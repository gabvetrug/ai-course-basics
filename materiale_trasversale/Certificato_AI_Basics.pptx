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28600"/>
            <a:ext cx="11539728" cy="6400800"/>
          </a:xfrm>
          <a:prstGeom prst="rect">
            <a:avLst/>
          </a:prstGeom>
          <a:solidFill>
            <a:srgbClr val="FAFAF7"/>
          </a:solidFill>
          <a:ln w="1905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28600"/>
            <a:ext cx="2317089" cy="109728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627985" y="228600"/>
            <a:ext cx="2317089" cy="109728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5931" y="228600"/>
            <a:ext cx="2317089" cy="109728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43876" y="228600"/>
            <a:ext cx="2317089" cy="109728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51822" y="228600"/>
            <a:ext cx="2317089" cy="109728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519672"/>
            <a:ext cx="2317089" cy="109728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27985" y="6519672"/>
            <a:ext cx="2317089" cy="109728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5931" y="6519672"/>
            <a:ext cx="2317089" cy="109728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43876" y="6519672"/>
            <a:ext cx="2317089" cy="109728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51822" y="6519672"/>
            <a:ext cx="2317089" cy="109728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548640"/>
            <a:ext cx="109728" cy="109728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21440" y="548640"/>
            <a:ext cx="109728" cy="109728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6217920"/>
            <a:ext cx="109728" cy="109728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21440" y="6217920"/>
            <a:ext cx="109728" cy="109728"/>
          </a:xfrm>
          <a:prstGeom prst="ellipse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685800"/>
            <a:ext cx="73152" cy="73152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640080"/>
            <a:ext cx="10058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6B6B72"/>
                </a:solidFill>
                <a:latin typeface="Consolas"/>
              </a:defRPr>
            </a:pPr>
            <a:r>
              <a:t>AI BASICS  ·  CERTIFICATO DI COMPLETAMENTO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Si attesta 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5200" b="1" i="1">
                <a:solidFill>
                  <a:srgbClr val="1E3CFF"/>
                </a:solidFill>
                <a:latin typeface="Georgia"/>
              </a:defRPr>
            </a:pPr>
            <a:r>
              <a:t>[NOME E COGNOME]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331720"/>
            <a:ext cx="3931920" cy="36576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ha completato con successo il corso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32720" cy="10972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B0B0C"/>
                </a:solidFill>
                <a:latin typeface="Georgia"/>
              </a:defRPr>
            </a:pPr>
            <a:r>
              <a:t>AI Basics: Strumenti di Intelligenza</a:t>
            </a:r>
            <a:br/>
            <a:r>
              <a:t>Artificiale per Tutti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B6B72"/>
                </a:solidFill>
                <a:latin typeface="Consolas"/>
              </a:defRPr>
            </a:pPr>
            <a:r>
              <a:t>Durata: 20 ore  ·  8 moduli  ·  Teoria + Pratica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45920" y="4297680"/>
            <a:ext cx="88696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434840"/>
            <a:ext cx="832104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COMPETENZE CERTIFICATE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4663440"/>
            <a:ext cx="1097280" cy="2286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20240" y="4846320"/>
            <a:ext cx="64008" cy="64008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480060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Uso professionale di ChatGPT, Claude e modelli open source</a:t>
            </a:r>
          </a:p>
        </p:txBody>
      </p:sp>
      <p:sp>
        <p:nvSpPr>
          <p:cNvPr id="30" name="Oval 29"/>
          <p:cNvSpPr/>
          <p:nvPr/>
        </p:nvSpPr>
        <p:spPr>
          <a:xfrm>
            <a:off x="6309360" y="4846320"/>
            <a:ext cx="64008" cy="64008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0060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Prompt engineering con tecniche strutturate</a:t>
            </a:r>
          </a:p>
        </p:txBody>
      </p:sp>
      <p:sp>
        <p:nvSpPr>
          <p:cNvPr id="32" name="Oval 31"/>
          <p:cNvSpPr/>
          <p:nvPr/>
        </p:nvSpPr>
        <p:spPr>
          <a:xfrm>
            <a:off x="1920240" y="5257800"/>
            <a:ext cx="64008" cy="64008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521208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Integrazione dell'AI nei workflow lavorativi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5257800"/>
            <a:ext cx="64008" cy="64008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212080"/>
            <a:ext cx="402336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A2A2D"/>
                </a:solidFill>
                <a:latin typeface="Calibri"/>
              </a:defRPr>
            </a:pPr>
            <a:r>
              <a:t>Uso responsabile e consapevole dell'AI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06440"/>
            <a:ext cx="36576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VALUTAZIONE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A2A2D"/>
                </a:solidFill>
                <a:latin typeface="Consolas"/>
              </a:defRPr>
            </a:pPr>
            <a:r>
              <a:t>Progetto: ___ / 25     Quiz: ___ /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806440"/>
            <a:ext cx="274320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989320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A2A2D"/>
                </a:solidFill>
                <a:latin typeface="Calibri"/>
              </a:defRPr>
            </a:pPr>
            <a:r>
              <a:t>____________________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806440"/>
            <a:ext cx="3566160" cy="1828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6B6B72"/>
                </a:solidFill>
                <a:latin typeface="Consolas"/>
              </a:defRPr>
            </a:pPr>
            <a:r>
              <a:t>Firma del Formatore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989320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A2A2D"/>
                </a:solidFill>
                <a:latin typeface="Calibri"/>
              </a:defRPr>
            </a:pPr>
            <a:r>
              <a:t>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