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MODULO 6</a:t>
            </a:r>
          </a:p>
          <a:p/>
          <a:p>
            <a:r>
              <a:t>· Presenta il modulo e gli obiettivi</a:t>
            </a:r>
          </a:p>
          <a:p>
            <a:r>
              <a:t>· Verifica che tutti abbiano accesso agli strumenti</a:t>
            </a:r>
          </a:p>
          <a:p>
            <a:r>
              <a:t>· Anticipa la struttura: prima la teoria, poi la pratica</a:t>
            </a:r>
          </a:p>
          <a:p>
            <a:r>
              <a:t>· Tempo suggerito: 2-3 minuti</a:t>
            </a:r>
          </a:p>
          <a:p/>
          <a:p>
            <a:r>
              <a:t>Domanda di apertura: 'Qualcuno di voi ha gia usato strumenti AI questa settimana?'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/>
          <a:p>
            <a:r>
              <a:t>· Scorri brevemente ogni punto dell'agenda</a:t>
            </a:r>
          </a:p>
          <a:p>
            <a:r>
              <a:t>· Indica i momenti pratici (lab) e le pause</a:t>
            </a:r>
          </a:p>
          <a:p>
            <a:r>
              <a:t>· Chiedi se ci sono aspettative particolari</a:t>
            </a:r>
          </a:p>
          <a:p>
            <a:r>
              <a:t>· Tempo suggerito: 2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Dall'apprendimento all'azione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CONCETTO CHIAVE</a:t>
            </a:r>
          </a:p>
          <a:p/>
          <a:p>
            <a:r>
              <a:t>&gt;&gt;&gt; PAUSA QUI — Lascia il tempo di leggere &lt;&lt;&lt;</a:t>
            </a:r>
          </a:p>
          <a:p/>
          <a:p>
            <a:r>
              <a:t>· Questa slide contiene un concetto fondamentale</a:t>
            </a:r>
          </a:p>
          <a:p>
            <a:r>
              <a:t>· Leggi il testo ad alta voce, poi parafrasa</a:t>
            </a:r>
          </a:p>
          <a:p>
            <a:r>
              <a:t>· Chiedi: 'Qualcuno puo riformularlo con parole sue?'</a:t>
            </a:r>
          </a:p>
          <a:p>
            <a:r>
              <a:t>· Assicurati che tutti abbiano compreso prima di proseguire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Un task e ideale per l'AI quando e: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Per ogni task, pensa all'AI in tre momenti:; PRIMA — Preparazione e ricerca; DURANTE — Produzione e bozza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L'AI genera l'80% del lavoro in il 20% del tempo; TU aggiungi il 20% finale che fa la differenza:; NON delegare tutto. Il valore aggiunto umano e: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Workflow 1: Comunicazione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L'impiegato medio scrive 40+ email al giorno.; L'AI puo dimezzare il tempo per le email di routine.; TIPOLOGIE AUTOMATIZZABILI: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Report settimanale, mensile, trimestrale — sempre la stessa struttura:; WORKFLOW CON AI:; SUGGERIMENTO AVANZATO (con Claude Projects):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Problema: prendere appunti E partecipare attivamente e difficile.; WORKFLOW:; Tempo: da 30 minuti di redazione a 5 minuti di revisione.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Post LinkedIn, newsletter, comunicati — l'AI come copywriter:; WORKFLOW PER POST LINKEDIN:; WORKFLOW PER NEWSLETTER: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Workflow 2: Analisi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Con ChatGPT (Code Interpreter) chiunque puo analizzare dati:; WORKFLOW:; CASI D'USO REALI: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Trasformare testo non strutturato in insight azionabili:; WORKFLOW:; APPLICAZIONI: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L'AI come analista junior che prepara i briefing per te:; PRIMA DI UN MEETING CON UN CLIENTE:; PRIMA DI UNA PRESENTAZIONE: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Workflow 3: Produttivita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L'approccio piu efficiente: farsi creare i template dall'AI; STEP 1: Identifica un task ripetitivo (email, report, checklist); STEP 2: Chiedi all'AI di creare il template: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Documentare i processi e spesso trascurato ma fondamentale:; WORKFLOW:; VANTAGGIO: il knowledge non resta nella testa di una sola persona.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Oltre Google Translate: traduzioni adattate al contesto:; TRADUZIONE DOCUMENTO:; LOCALIZZAZIONE MARKETING: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Creare materiale formativo diventa rapidissimo:; QUIZ E VALUTAZIONI:; GUIDE PER NUOVI ASSUNTI: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Workflow 4: Supporto decisionale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Quando devi scegliere tra piu opzioni:; WORKFLOW:; L'AI NON decide per te. L'AI ti aiuta a: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Esplorare scenari futuri prima di prendere una decisione:; PROMPT TIPO:; APPLICAZIONI: lancio prodotto, assunzioni, apertura mercato,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L'AI come 'consulente strategico tascabile':; ANALISI SWOT:; ANALISI COMPETITIVA: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Workshop: automatizza il TUO lavoro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Pensa alla tua settimana lavorativa tipica.; Quali attivita ripetitive ti rubano piu tempo?; Compila questa lista (almeno 5 attivita):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Per ciascuno dei 3 task selezionati, definisci:; TASK 1: ___________________________; Ripeti per Task 2 e Task 3.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Ora PROVA davvero i tuoi 3 workflow con l'AI!; Per ogni task:; Mentre lavori, annota: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Ogni partecipante presenta brevemente:; REGOLA: ascolta i prompt degli altri!; &gt;&gt;&gt; A fine sessione, il formatore raccoglie i migliori prompt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Integrazione con gli strumenti di lavoro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CONFRONTO: Corso AI Basics</a:t>
            </a:r>
          </a:p>
          <a:p/>
          <a:p>
            <a:r>
              <a:t>· Presenta prima il lato sinistro, poi il destro</a:t>
            </a:r>
          </a:p>
          <a:p>
            <a:r>
              <a:t>· Evidenzia le differenze chiave</a:t>
            </a:r>
          </a:p>
          <a:p>
            <a:r>
              <a:t>· Chiedi ai partecipanti quale preferiscono e perche</a:t>
            </a:r>
          </a:p>
          <a:p>
            <a:r>
              <a:t>· Non schierarti: il messaggio e 'dipende dal contesto'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CONFRONTO: Corso AI Basics</a:t>
            </a:r>
          </a:p>
          <a:p/>
          <a:p>
            <a:r>
              <a:t>· Presenta prima il lato sinistro, poi il destro</a:t>
            </a:r>
          </a:p>
          <a:p>
            <a:r>
              <a:t>· Evidenzia le differenze chiave</a:t>
            </a:r>
          </a:p>
          <a:p>
            <a:r>
              <a:t>· Chiedi ai partecipanti quale preferiscono e perche</a:t>
            </a:r>
          </a:p>
          <a:p>
            <a:r>
              <a:t>· Non schierarti: il messaggio e 'dipende dal contesto'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Non serve aspettare le integrazioni native.; Il workflow universale e:; E 'primitivo'? Si. Funziona? Assolutamente si.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RIEPILOGO MODULO</a:t>
            </a:r>
          </a:p>
          <a:p/>
          <a:p>
            <a:r>
              <a:t>· Scorri ogni punto rapidamente — NON rispiegare tutto</a:t>
            </a:r>
          </a:p>
          <a:p>
            <a:r>
              <a:t>· Chiedi: 'Qual e il concetto che vi ha colpito di piu?'</a:t>
            </a:r>
          </a:p>
          <a:p>
            <a:r>
              <a:t>· Chiedi: 'C'e qualcosa che non e chiaro?'</a:t>
            </a:r>
          </a:p>
          <a:p>
            <a:r>
              <a:t>· Se ci sono dubbi, chiarisci ora prima di proseguire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ANTEPRIMA PROSSIMO MODULO</a:t>
            </a:r>
          </a:p>
          <a:p/>
          <a:p>
            <a:r>
              <a:t>· Presenta brevemente cosa si vedra dopo</a:t>
            </a:r>
          </a:p>
          <a:p>
            <a:r>
              <a:t>· Crea curiosita senza anticipare troppo</a:t>
            </a:r>
          </a:p>
          <a:p>
            <a:r>
              <a:t>· Annuncia la pausa se prevista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SESSIONE DOMANDE</a:t>
            </a:r>
          </a:p>
          <a:p/>
          <a:p>
            <a:r>
              <a:t>· Apri il microfono: 'Ci sono domande?'</a:t>
            </a:r>
          </a:p>
          <a:p>
            <a:r>
              <a:t>· Se nessuno chiede, proponi una domanda stimolo:</a:t>
            </a:r>
          </a:p>
          <a:p>
            <a:r>
              <a:t>  'Quale strumento pensate di usare per primo nel vostro lavoro?'</a:t>
            </a:r>
          </a:p>
          <a:p>
            <a:r>
              <a:t>· Gestisci il tempo: max 5 minuti</a:t>
            </a:r>
          </a:p>
          <a:p>
            <a:r>
              <a:t>· Se le domande sono troppe, offri di rispondere durante la pausa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 ·  Corso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457200"/>
            <a:ext cx="46936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05840"/>
            <a:ext cx="1280160" cy="274320"/>
          </a:xfrm>
          <a:prstGeom prst="round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B0B0C"/>
                </a:solidFill>
                <a:latin typeface="Consolas"/>
              </a:defRPr>
            </a:pPr>
            <a:r>
              <a:t>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280160" cy="274320"/>
          </a:xfrm>
          <a:prstGeom prst="round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Claude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05840"/>
            <a:ext cx="1280160" cy="274320"/>
          </a:xfrm>
          <a:prstGeom prst="round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05840"/>
            <a:ext cx="1280160" cy="274320"/>
          </a:xfrm>
          <a:prstGeom prst="round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Prompt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10180015" cy="16459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1" i="0">
                <a:solidFill>
                  <a:srgbClr val="0B0B0C"/>
                </a:solidFill>
                <a:latin typeface="Georgia"/>
              </a:defRPr>
            </a:pPr>
            <a:r>
              <a:t>Modulo 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383280"/>
            <a:ext cx="2286000" cy="5486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1">
                <a:solidFill>
                  <a:srgbClr val="2A2A2D"/>
                </a:solidFill>
                <a:latin typeface="Georgia"/>
              </a:defRPr>
            </a:pPr>
            <a:r>
              <a:t>AI nel lavoro quotidiano: casi d'uso reali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  |  Durata: 3 ore  |  1h Teoria + 2h Workshop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Agenda  ·  08 punti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B0B0C"/>
                </a:solidFill>
                <a:latin typeface="Georgia"/>
              </a:defRPr>
            </a:pPr>
            <a:r>
              <a:t>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0" i="1">
                <a:solidFill>
                  <a:srgbClr val="FF5A1F"/>
                </a:solidFill>
                <a:latin typeface="Georgia"/>
              </a:defRPr>
            </a:pPr>
            <a:r>
              <a:t>programma.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Cosa vedremo in questo modulo.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05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0972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Dall'apprendimento all'azione: come integrare l'AI nel lavoro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91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830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Workflow 1: Comunicazione — email, report, verbali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Workflow 2: Analisi — dati, feedback, ricerca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632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Workflow 3: Produttivita — automazione, template, procedure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49039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404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Workflow 4: Decisioni — confronti, SWOT, scenari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434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5262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262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Workshop: identifica e automatizza 3 task dal TUO lavoro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120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52120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120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Integrazione con gli strumenti di tutti i giorni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Dall'apprendimento all'azione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Il vero valore dell'AI e nella pratica quotidiana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Concetto chiave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LA DOMANDA CHIAVE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Non 'cosa puo fare l'AI?'</a:t>
            </a:r>
            <a:br/>
            <a:r>
              <a:t>ma 'quali dei MIEI compiti</a:t>
            </a:r>
            <a:br/>
            <a:r>
              <a:t>puo rendere piu veloci o migliori?'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Il ROI dell'AI si misura in tempo risparmiato e qualita migliorata sui TUOI task reali.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Come identificare i task 'AI-friendly'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Un task e ideale per l'AI quando 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RIPETITIVO: lo fai spesso con variazioni minime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Es: email di risposta, report settimanali, meeting notes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TESTUALE: coinvolge leggere, scrivere, riassumere, tradurre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Es: documentazione, comunicazione, analisi qualitativa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STRUTTURABILE: il risultato segue uno schema prevedibile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Es: tabelle, liste, modelli standard, procedure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 BASSO RISCHIO: un errore non causa danni gravi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Es: bozze, brainstorming, esplorazioni (NON contratti legali finali)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Il framework 'Prima-Durante-Dopo'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 ogni task, pensa all'AI in tre momenti: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PRIMA — Preparazione e ricerca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Raccogliere informazioni, analizzare contesto, generare idee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Esempio: 'Preparami un briefing su questo cliente'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DURANTE — Produzione e bozza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Scrivere la prima bozza, strutturare, formattare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Esempio: 'Scrivi la prima versione di questa email'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DOPO — Revisione e miglioramento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Correggere, semplificare, tradurre, adattare il tono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Esempio: 'Rendi questo testo piu conciso e formale'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L'AI e piu utile nelle fasi PRIMA e DURANTE.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La fase DOPO resta prevalentemente umana.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La regola dell'80/20 con l'AI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L'AI genera l'80% del lavoro in il 20% del tempo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TU aggiungi il 20% finale che fa la differenza: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AI genera la bozza (2 minuti)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Tu revisioni, personalizzi, verifichi (5 minuti)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TOTALE: 7 minuti invece di 30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NON delegare tutto. Il valore aggiunto umano 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Giudizio di contesto (conosci il tuo interlocutore)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Verifica fattuale (l'AI puo sbagliare)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Tocco personale (relazioni, empatia, sfumature)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Responsabilita (firmi tu, non l'AI)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L'obiettivo non e eliminare il lavoro, ma eliminare il lavoro noioso.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Workflow 1: Comunicazione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Email, report, verbali e contenuti scritti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Email: il caso d'uso piu immediato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L'impiegato medio scrive 40+ email al giorno.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L'AI puo dimezzare il tempo per le email di routine.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TIPOLOGIE AUTOMATIZZABILI: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Risposte a richieste informazioni standard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Conferme, ringraziamenti, follow-up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Solleciti cortesi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Email di presentazione e cold outreach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Riepilogo meeting inviato ai partecipanti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Copia il contenuto dell'email ricevuta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Prompt: 'Rispondi a questa email. Contesto: [X]. Tono: [Y].'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Rivedi, personalizza, invia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Report e documenti: dalla bozza al prodotto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Report settimanale, mensile, trimestrale — sempre la stessa struttura: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 CON AI: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Prepara i dati (numeri, KPI, fatti chiave)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Prompt: 'Scrivi un report [TIPO] con questi dati: [DATI].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Struttura: [SEZIONI]. Destinatario: [CHI]. Max [N] parole.'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L'AI genera la bozza strutturata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Tu aggiungi: interpretazione, commenti, raccomandazioni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SUGGERIMENTO AVANZATO (con Claude Projects):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Crea un progetto 'Report Mensile' con template e istruzioni.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Ogni mese, carica solo i nuovi dati. Claude sa gia il formato.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RISPARMIO STIMATO: da 2-3 ore a 30-45 minuti per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Verbali di riunione: da appunti a documento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Problema: prendere appunti E partecipare attivamente e difficile.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Durante il meeting: annota parole chiave e decisioni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(anche in modo disordinato, abbreviazioni, frasi incomplete)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Dopo il meeting, incolla gli appunti in ChatGPT o Claude: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'Trasforma questi appunti in un verbale professionale.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Formato: data, partecipanti, punti discussi (numerati),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decisioni prese, azioni (con responsabile e scadenza).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Tono formale e sintetico.'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Rivedi, correggi nomi e dettagli specifici, invia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Tempo: da 30 minuti di redazione a 5 minuti di revisione.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Contenuti social e comunicazione esterna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Post LinkedIn, newsletter, comunicati — l'AI come copywriter: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 PER POST LINKEDIN: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Definisci il messaggio chiave (1 frase)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Prompt: 'Crea 3 versioni di un post LinkedIn su [TEMA].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Target: [CHI]. Stili: storytelling, dato statistico, lista.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100-150 parole, hook iniziale, CTA finale, 3 hashtag.'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Scegli la versione migliore, personalizza con la tua voce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 PER NEWSLETTER: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Elenca i temi da coprire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Prompt: 'Scrivi una newsletter di 500 parole con questi temi: [...].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Tono: [BRAND]. Includi: intro accattivante, sezione per ogni tema,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CTA finale.'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Aggiungi link, immagini, revisiona il tono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2E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Workflow 2: Analisi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Dati, feedback, ricerche e sintesi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Analisi dati senza saper programmare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 ChatGPT (Code Interpreter) chiunque puo analizzare dati: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Esporta i dati in CSV o Excel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Carica su ChatGPT e chiedi: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'Analizza questo dataset. Mostrami: trend principali con grafici,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anomalie, top/bottom performer. Concludi con 3 raccomandazioni.'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L'AI scrive ed esegue il codice Python per 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Scarica grafici e risultati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CASI D'USO REALI: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Vendite: trend, confronti periodo, segmentazione prodotto/regione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HR: turnover, assenze, survey soddisfazione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Marketing: performance campagne, conversion rate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Finance: scostamenti budget, analisi costi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Analisi qualitativa: feedback e recensioni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Trasformare testo non strutturato in insight azionabili: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Raccogli i feedback (Google Reviews, survey, email, ticket)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Copia-incolla in Claude o ChatGPT: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'Analizza questi [N] feedback. Per ciascuno classifica: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sentiment, tema, urgenza. Poi: temi ricorrenti, punti critici,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punti di forza, 3 azioni prioritarie.'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Risultato: analisi strutturata da testo grezzo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APPLICAZIONI: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NPS verbatim: capire il 'perche' dietro i numeri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Reclami: categorizzare e prioritizzare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Survey interni: estrarre insight dalla workforce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Review competitor: capire dove battono e dove soffrono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Ricerca e preparazione meeting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L'AI come analista junior che prepara i briefing per te: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PRIMA DI UN MEETING CON UN CLIENTE: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'Preparami un briefing su [AZIENDA]. Copri: settore, dimensioni,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prodotti principali, sfide tipiche del settore, notizie recenti.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Poi suggerisci 5 domande intelligenti da porre nel meeting.'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PRIMA DI UNA PRESENTAZIONE: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'Sto presentando [PROPOSTA] a [PUBBLICO]. Anticipa le 5 obiezioni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piu probabili e preparami una risposta per ciascuna.'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PRIMA DI UNA NEGOZIAZIONE: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'Analizza i pro/contro della nostra posizione su [TEMA].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Identifica il nostro BATNA e suggerisci la strategia.',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Nota: verifica sempre i fatti con fonti indipendenti!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00C28A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Workflow 3: Produttivita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Automazione, template e procedure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Template riutilizzabili: crea una volta, usa sempre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L'approccio piu efficiente: farsi creare i template dall'AI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1: Identifica un task ripetitivo (email, report, checklist)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2: Chiedi all'AI di creare il template: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 un template per [TIPO] con segnaposti [NOME], [DATA],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[DETTAGLIO]. Includi 3 varianti per contesti diversi.'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3: Salva il template nel tuo archivio personale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4: Ogni volta che serve, riempi solo i segnaposti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ESEMPI DI TEMPLATE UTILI: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- 5 template email (conferma, sollecito, ringraziamento, etc.)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Template report settimanale/mensile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Checklist di avvio progetto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Script per chiamate commerciali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Procedure operative (SOP) con l'AI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Documentare i processi e spesso trascurato ma fondamentale: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Descrivi il processo a voce (anche in modo informale)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Prompt: 'Trasforma questa descrizione in una SOP formale.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Struttura: scopo, chi la esegue, prerequisiti, procedura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passo-passo (numerata), criteri di successo, troubleshooting.',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Revisiona con chi esegue realmente il processo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Pubblica e distribuisci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VANTAGGIO: il knowledge non resta nella testa di una sola persona.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Se un collega va in ferie, la SOP copre.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Claude Projects e ideale: crea un progetto 'SOP Aziendali'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 aggiorna le procedure nel tempo.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Traduzione e localizzazione quotidiana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Oltre Google Translate: traduzioni adattate al contesto: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TRADUZIONE DOCUMENTO: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'Traduci questo documento in inglese. Non tradurre letteralmente: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adatta il tono al mercato internazionale. Segnala le scelte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di adattamento significative.'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LOCALIZZAZIONE MARKETING: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'Adatta questo testo promozionale per il mercato tedesco.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Considera differenze culturali e preferenze comunicative.'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MULTILINGUAL SUPPORT: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'Ho ricevuto questa email in [LINGUA]. Traduci e suggeriscimi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una risposta appropriata nella stessa lingua.'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L'AI gestisce bene 20+ lingue. Per traduzioni critiche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(legali, mediche), fai comunque validare da un professionista.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Formazione e onboarding con l'AI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Creare materiale formativo diventa rapidissimo: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QUIZ E VALUTAZIONI: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 un quiz di 10 domande su [ARGOMENTO]. Mix di scelta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multipla e vero/falso. Livello: [BASE/AVANZATO].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Risposte alla fine con spiegazione.'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GUIDE PER NUOVI ASSUNTI: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 una guida di onboarding per un nuovo [RUOLO].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Piano 30 giorni: settimana per settimana con attivita,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obiettivi, persone da incontrare, risorse da leggere.'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FAQ INTERNE: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'Basandoti su queste domande frequenti [LISTA], crea un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documento FAQ strutturato con risposte chiare e concise.'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Perfetto per team in crescita che devono scalare velocemente.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B80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Workflow 4: Supporto decisionale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Confronti, scenari e analisi strategiche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Matrice decisionale assistita dall'AI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Quando devi scegliere tra piu opzioni: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WORKFLOW: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Definisci le opzioni e i criteri di valutazione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Prompt: 'Confronta Opzione A [DESC] e Opzione B [DESC].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Criteri: costo (peso 3), qualita (peso 5), tempi (peso 4),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scalabilita (peso 2). Matrice 1-5 per criterio, punteggio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pesato, raccomandazione motivata.'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L'AI struttura il ragionamento che tu poi validi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L'AI NON decide per te. L'AI ti aiuta 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Strutturare i criteri che altrimenti restano impliciti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Non dimenticare aspetti importanti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Visualizzare il confronto in modo oggettivo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Documentare il processo decisionale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Analisi scenari 'what if'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Esplorare scenari futuri prima di prendere una decisione: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TIPO: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'Siamo un'azienda di [SETTORE] con [N] dipendenti.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Stiamo valutando di [DECISIONE].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Analizza 3 scenari: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Scenario ottimistico: cosa succede se va tutto bene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Scenario realistico: l'esito piu probabile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Scenario pessimistico: cosa succede se va male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Per ogni scenario: probabilita stimata, impatto su fatturato,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impatto su team, azioni di mitigazione.'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APPLICAZIONI: lancio prodotto, assunzioni, apertura mercato,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cambio fornitore, investimento tecnologico.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SWOT e analisi strategica rapida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L'AI come 'consulente strategico tascabile':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ANALISI SWOT: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 un'analisi SWOT per [AZIENDA/PROGETTO].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Contesto: [SETTORE, MERCATO]. 5 punti per quadrante,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con breve spiegazione. Concludi con 3 raccomandazioni.'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ANALISI COMPETITIVA: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'Confronta la nostra offerta con i competitor [A, B, C].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Criteri: prezzo, qualita, servizio, innovazione.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Identifica il nostro vantaggio competitivo e 2 vulnerabilita.'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ANALISI RISCHI: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'Identifica i 5 rischi principali per [PROGETTO/INIZIATIVA].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Per ciascuno: probabilita, impatto, azione di mitigazione.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Formato: matrice rischi.'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C6FF3D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Workshop: automatizza il TUO lavoro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Identifica e automatizza 3 task reali — 60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Step 1: Identifica i tuoi 'time waster' (10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Pensa alla tua settimana lavorativa tipica.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Quali attivita ripetitive ti rubano piu tempo?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Compila questa lista (almeno 5 attivita):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__________________________________ (~___ min/settimana)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__________________________________ (~___ min/settimana)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__________________________________ (~___ min/settimana)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__________________________________ (~___ min/settimana)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5. __________________________________ (~___ min/settimana)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Ora seleziona le 3 piu adatte all'AI (ripetitive + testuali + basso rischio)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 segna un asterisco (*) accanto.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Step 2: Progetta il workflow AI (15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 ciascuno dei 3 task selezionati, definisci: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TASK 1: ___________________________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Quale tool? (ChatGPT / Claude / altro): 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Input: cosa devi fornire all'AI? 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Prompt: come lo chiederesti? 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Output atteso: cosa vuoi ottenere? 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Tempo stimato CON AI: ___ min (vs ___ min senza AI)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Ripeti per Task 2 e Task 3.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Suggerimento: inizia dal task piu semplice,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cosi costruisci fiducia nel processo.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Step 3: Testa in diretta (25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Ora PROVA davvero i tuoi 3 workflow con l'AI!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 ogni task: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Apri lo strumento scelto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Scrivi il prompt che hai progettato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Valuta il risultato: e utilizzabile?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Se no, itera e migliora il prompt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5. Quando sei soddisfatto, SALVA il prompt per riusarlo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Mentre lavori, annota: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Cosa ha funzionato subito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Cosa ha richiesto iterazione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Cosa non ha funzionato (e perche)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Il prompt che funziona e il tuo nuovo 'strumento di lavoro'.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Salvalo dove puoi ritrovarlo (note, documento, Project Claude).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Step 4: Condividi con il gruppo (10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Ogni partecipante presenta brevemente: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Quale task hai automatizzato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Quale tool hai usato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Il prompt che ha funzionato meglio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Quanto tempo risparmi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5. Una cosa che ti ha sorpreso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REGOLA: ascolta i prompt degli altri!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Spesso il workflow migliore lo trovi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adattando l'idea di un collega al tuo contesto.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A fine sessione, il formatore raccoglie i migliori prompt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 li condivide con tutto il gruppo come 'libreria di partenza'.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Integrazione con gli strumenti di lavoro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Come l'AI si inserisce nel tuo ecosistema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AI nell'ecosistema Microsoft 365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Microsoft Copilot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Integrato in Word, Excel, PowerPoint, Outlook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Riassumi email e conversazioni Teams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Genera bozze di documenti in Word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Crea presentazioni da un brief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Analizza dati in Excel con linguaggio naturale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Richiede licenza Copilot Pro/Business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Come usarlo oggi (senza Copilot)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Copia testo da Word a ChatGPT/Claude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Esporta dati Excel in CSV, analizza con AI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Genera struttura slide, poi monta in PPT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Usa l'AI per le bozze, Office per il formatting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Il workflow manuale funziona benissimo!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Copilot lo rende solo piu fluido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AI nell'ecosistema Google Workspace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Google Gemini in Workspace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Integrato in Gmail, Docs, Sheets, Slides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'Aiutami a scrivere' in Gmail e Docs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Formula AI in Sheets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Generazione slide da prompt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Riassunto email lunghe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Disponibile con piani Business/Enterprise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Come usarlo oggi (senza Gemini)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Copia da Docs a ChatGPT/Claude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Esporta Sheets in CSV, analizza con AI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Usa Google AI Studio per Gemini gratis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Incolla il risultato nei tuoi documenti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Il copia-incolla resta il metodo universale</a:t>
            </a:r>
          </a:p>
          <a:p>
            <a:pPr>
              <a:spcAft>
                <a:spcPts val="200"/>
              </a:spcAft>
              <a:defRPr sz="800"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L'approccio 'copia-incolla' funziona (e bene)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Non serve aspettare le integrazioni native.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Il workflow universale 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COPIA il contenuto dal tuo strumento di lavoro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INCOLLA in ChatGPT/Claude con un prompt mirato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REVISIONA l'output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COPIA il risultato e INCOLLA nel tuo strumento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 'primitivo'? Si. Funziona? Assolutamente si.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Vantaggi del copia-incolla rispetto alle integrazioni native: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Funziona con QUALSIASI strumento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Hai il pieno controllo del prompt e del risultato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Non richiede licenze aggiuntive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Puoi scegliere il modello migliore per ogni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2743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RIEPILOGO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200" b="1" i="1">
                <a:solidFill>
                  <a:srgbClr val="FFFFFF"/>
                </a:solidFill>
                <a:latin typeface="Georgia"/>
              </a:defRPr>
            </a:pPr>
            <a:r>
              <a:t>Concetti chiave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6916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80015" cy="411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Cerca i task 'AI-friendly': ripetitivi, testuali, strutturabili, a basso rischio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Framework Prima-Durante-Dopo: l'AI aiuta piu nella preparazione e nella bozza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Regola 80/20: l'AI fa l'80%, tu aggiungi il 20% che fa la differenza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Comunicazione, analisi, produttivita, decisioni: 4 aree ad alto impatto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Salva i prompt che funzionano: diventano i tuoi strumenti di lavoro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Il copia-incolla e il workflow universale: non serve aspettare le integrazioni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180015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PROSSIMO MODULO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2286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Modulo 7: AI Responsabile</a:t>
            </a:r>
            <a:br/>
            <a:r>
              <a:t>(gia completato)</a:t>
            </a:r>
            <a:br/>
            <a:br/>
            <a:r>
              <a:t>Modulo 8: Progetto finale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75488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11680"/>
            <a:ext cx="10180015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600" b="1" i="1">
                <a:solidFill>
                  <a:srgbClr val="FFFFFF"/>
                </a:solidFill>
                <a:latin typeface="Georgia"/>
              </a:defRPr>
            </a:pPr>
            <a:r>
              <a:t>Domande?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180015" cy="7315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5B5BC"/>
                </a:solidFill>
                <a:latin typeface="Calibri"/>
              </a:defRPr>
            </a:pPr>
            <a:r>
              <a:t>Non esistono domande stupide.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