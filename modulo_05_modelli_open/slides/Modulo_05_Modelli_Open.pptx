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5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Open Source nell'AI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OPEN SOURCE COMPLETO; OPEN WEIGHT (il piu comune); CLOSED SOURCE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TRASPARENZA: puoi sapere (in parte) come funzionano; 2. INDIPENDENZA: non sei legato a un singolo provider; 3. PRIVACY: puoi eseguirli sul tuo computer o server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Ogni modello open ha la sua licenza. Le piu comuni:; Apache 2.0 (la piu permissiva):; Llama Community License: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I modelli principali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Sviluppato da Meta (Facebook/Instagram); Uno dei modelli open piu potenti al mondo; Versioni disponibili: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Azienda francese Mistral AI (fondata 2023, Parigi); Nota per l'efficienza: modelli piccoli ma molto capaci; Modelli chiave: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Versione open dei modelli Google (cugino di Gemini); Pensato per essere accessibile e facile da usare; Versioni: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Qwen 2.5 (Alibaba, Cina); Phi-4 (Microsoft); DeepSeek V3 (DeepSeek, Cina)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Dove usarli senza installare nulla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huggingface.co/chat — La piattaforma di riferimento per modelli open; Caratteristiche:; Limiti: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aistudio.google.com — Piattaforma Google per sperimentare; Caratteristiche:; Ideale per: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Groq (groq.com); Poe (poe.com) — di Quora; Perplexity (perplexity.ai)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1: Esplorare HuggingChat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Vai su huggingface.co/chat; 2. (Opzionale) Crea un account o accedi con Google; 3. Osserva: quale modello e selezionato di default?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Clicca sul nome del modello in alto per cambiarlo; 2. Seleziona un modello DIVERSO dal precedente; 3. Invia la STESSA domanda dell'email di presentazione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HuggingChat ha una funzione di ricerca web (se disponibile):; 1. Attiva la ricerca web (icona globo, se presente); 2. Chiedi qualcosa che richiede informazioni recenti: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2: Google AI Studio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Vai su aistudio.google.com; 2. Accedi con il tuo account Google; 3. Clicca 'Create new prompt' (o 'Nuovo prompt')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Nel pannello destro trovi i parametri del modello:; TEMPERATURA: prova a cambiarla!; TOP-P (nucleus sampling):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Google AI Studio supporta upload di file e immagini:; 1. Clicca l'icona allegato; 2. Carica un'immagine (foto, screenshot, grafico)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3: Open vs Commerciale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Invia lo STESSO prompt a: ChatGPT, Claude, HuggingChat, Google AI Studio; Prompt suggerito (task complesso per test realistico):; Per ciascuno, valuta: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PREFERISCI OPEN QUANDO:; PREFERISCI COMMERCIALE QUANDO: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gap tra modelli open e closed si sta riducendo rapidamente; Trend in corso:; Cosa significa per te: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Modelli Open Source: alternative libere e gratuite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2 ore  |  0.5h Teoria + 1.5h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Cosa significa 'open source' nell'AI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I modelli principali: Llama, Mistral, Gemma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Dove usarli senza installare nulla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esplorare HuggingChat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Google AI Studio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confronto qualita open vs commerciale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Quando conviene un modello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Open Source nell'AI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Perche e importante e cosa significa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Un modello AI 'open' e un modello i cui pesi</a:t>
            </a:r>
            <a:br/>
            <a:r>
              <a:t>(parametri) sono pubblicamente disponibili.</a:t>
            </a:r>
            <a:br/>
            <a:r>
              <a:t>Chiunque puo scaricarlo, usarlo e studiarlo.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Attenzione: 'open' non significa sempre 'fai quello che vuoi'. Le licenze variano.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 source vs open weight vs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 SOURCE COMPLETO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Codice + dati di training + pesi del modello pubblici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Esempi: OLMo (AI2) — il piu trasparente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 WEIGHT (il piu comune)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Solo i pesi del modello sono pubblici (scaricabili e usabili)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Codice di training e dati spesso non rilasciati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Esempi: Llama (Meta), Mistral, Gemma (Google)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CLOSED SOURCE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Nulla e pubblico. Accesso solo tramite API o interfaccia web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Esempi: GPT-4 (OpenAI), Claude (Anthropic)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semplicita, nel corso usiamo 'open' per indicare entrambi i primi due.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Perche i modelli open sono importanti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TRASPARENZA: puoi sapere (in parte) come funzionano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Importante per la fiducia e per la ricerca sulla sicurezza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INDIPENDENZA: non sei legato a un singolo provider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OpenAI cambia i prezzi o le policy, hai alternative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PRIVACY: puoi eseguirli sul tuo computer o server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 dati non escono dalla tua rete (se li installi localmente)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PERSONALIZZAZIONE: puoi fare fine-tuning per il tuo dominio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Un modello specializzato per la tua azienda/settore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COSTO: molti sono gratuiti per uso commerciale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(controlla sempre la licenza specifica!)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Le licenze: cosa puoi e cosa non puoi fare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modello open ha la sua licenza. Le piu comuni: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Apache 2.0 (la piu permissiva):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Uso commerciale libero, modifica libera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Modelli: Mistral, Gemma 2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Llama Community License: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Gratuito se la tua azienda ha &lt; 700M utenti mensili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Uso commerciale permesso con restrizioni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Modelli: Llama 3.1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REGOLA PRATICA per il vostro uso quotidiano: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usate i modelli tramite HuggingChat o AI Studio,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le licenze sono gestite dalla piattaforma. Nessun problema.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I modelli principali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Chi sono i protagonisti dell'AI aperta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Llama 3.1 (Meta)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Sviluppato da Meta (Facebook/Instagram)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Uno dei modelli open piu potenti al mondo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Versioni disponibili: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8B — Leggero, veloce, buona qualita (gira su PC potente)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70B — Molto capace, compete con GPT-4 in molti task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3.1 405B — Il piu grande modello open, qualita eccezionale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Eccellente in ragionamento e scrittura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Multilingue (ottimo anche in italiano)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Supporto contesto fino a 128K token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usarlo: HuggingChat, Groq, Together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Mistral e Mixtral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Azienda francese Mistral AI (fondata 2023, Parigi)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Nota per l'efficienza: modelli piccoli ma molto capaci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Modelli chiave: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Mistral 7B — Piccolo e sorprendentemente potente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Mixtral 8x7B — Architettura 'Mixture of Experts'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(usa solo una parte dei parametri per ogni risposta = piu veloce)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Mistral Large — Compete con i modelli top commerciali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Ottimo rapporto qualita/dimensione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Molto veloce nelle risposte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Eccellente in francese, buono in italiano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Licenza Apache 2.0 (molto permissiva)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Gemma 2 (Google)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Versione open dei modelli Google (cugino di Gemini)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Pensato per essere accessibile e facile da usare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Versioni: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2B — Ultra-leggero, gira anche su smartphone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9B — Buon compromesso qualita/velocita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27B — Il piu capace della famiglia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Molto efficiente (piccolo ma capace)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Facile da usare su Google AI Studio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Licenza permissiva per uso commerciale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Ben documentato e supportato da Google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Ideale per: chi vuole sperimentare con risorse limitate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Altri modelli da tenere d'occhio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Qwen 2.5 (Alibaba, Cina)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Molto forte in ragionamento e matematica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Ottimo rapporto qualita/prezzo anche nelle versioni piccole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Phi-4 (Microsoft)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Ultra-compatto: massima qualita per le dimensioni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Progettato per funzionare su dispositivi locali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DeepSeek V3 (DeepSeek, Cina)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Modello molto capace con costi di addestramento sorprendentemente bassi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Ha scosso il mercato dimostrando che non servono miliardi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panorama cambia ogni pochi mesi — restare aggiornati e importante!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Confronto modelli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Modello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Azienda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Dimensioni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Velocita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Llama 3.1 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70B 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Eccellente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Large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123B param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Ottima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Mixtral 8x7B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47B 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Molto buona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Veloce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Gemma 2 27B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27B param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Buona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Veloce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Qwen 2.5 72B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72B 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Eccellente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Phi-4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14B param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Buona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Molto veloce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Dove usarli senza installare nulla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Piattaforme web gratuite per i modelli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HuggingChat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huggingface.co/chat — La piattaforma di riferimento per modelli open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Caratteristiche: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GRATUITO e senza limiti significativi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Login opzionale (consigliato per salvare le chat)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Ampia scelta di modelli: Llama, Mistral, Gemma, Qwen e altri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Puoi cambiare modello in qualsiasi momento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Interfaccia simile a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Supporta ricerca web (attivabile)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Nessun upload file (nella versione base)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Nessuna generazione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 volte piu lento dei servizi commerciali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Qualita variabile tra i modelli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Google AI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aistudio.google.com — Piattaforma Google per sperimentare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Caratteristiche: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Accesso gratuito con account Google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Modelli disponibili: Gemini 2.5 Pro, Gemini Flash, Gemma 2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Interfaccia piu 'tecnica' di HuggingChat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Controllo parametri: temperatura, top-p, max token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Upload file 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Possibilita di usare 'system instructions'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Ideale per: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Chi vuole capire come funzionano i parametri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Confrontare versioni di modelli Google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Sperimentazione e prototipazione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Altre piattaforme utili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Groq (groq.com)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Modelli open a velocita estrema grazie a chip specializzati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Gratuito con limiti di utilizzo. Llama, Mistral, Gemma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Poe (poe.com) — di Quora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Accesso a MOLTI modelli (open + commerciali) da un'unica interfaccia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limitato, abbonamento per uso illimitato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Perplexity (perplexity.ai)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Motore di ricerca AI: combina modelli con ricerca web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Non strettamente 'open', ma usa modelli open internamente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Gratuito con limiti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OpenRouter (openrouter.ai)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Accesso a decine di modelli (open e closed) con una sola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Esplorare HuggingChat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Il tuo primo contatto con i modelli open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1: setup e primo messaggio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Vai su huggingface.co/chat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(Opzionale) Crea un account o accedi con Google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Osserva: quale modello e selezionato di default?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Invia il primo messaggio: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'Ciao! Presentati: dimmi quale modello sei, chi ti ha creato,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quali sono i tuoi punti di forza e limiti principali.'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Osserva la risposta: il modello 'sa' chi 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Prova una domanda pratica: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'Scrivi un'email di presentazione per un'azienda di consulenza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a un potenziale cliente nel settore sanitario.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Tono professionale, max 150 parole.'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2: cambiare modello e confrontare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Clicca sul nome del modello in alto per cambiarlo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Seleziona un modello DIVERSO dal precedente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Suggerimento: prova Llama, poi Mistral, poi Qwen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Invia la STESSA domanda dell'email di presentazione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Confronta le risposte: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email e piu professionale?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rispetta meglio il vincolo di 150 parole?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ha un italiano migliore?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Prova un terzo modello e ripeti il confronto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Ogni modello ha una 'personalita' diversa!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Imparare a riconoscerle ti aiuta a scegliere.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3: ricerca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HuggingChat ha una funzione di ricerca web (se disponibile):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Attiva la ricerca web (icona globo, se presente)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Chiedi qualcosa che richiede informazioni recenti: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'Quali sono le ultime novita nel campo dell'AI generativa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 questa settimana?'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Osserva: fornisce fonti? Le fonti sono affidabili?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Confronto con ChatGPT: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Fai la stessa domanda a ChatGPT con navigazione web attiva.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Quale fornisce fonti migliori?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Quale informazione e piu aggiornata?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Google AI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Sperimentare con i parametri dei modelli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1: primo accesso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Vai su aistudio.google.com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Accedi con il tuo account Google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Clicca 'Create new prompt' (o 'Nuovo prompt')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Osserva l'interfaccia: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 sinistra: area di chat /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 destra: impostazioni del modello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 alto: selezione modello (Gemini 2.5 Pro, Flash, Gemma)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Seleziona 'Gemini 2.5 Flash' (veloce e gratuito)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Scrivi: 'Sei un assistente per un'azienda italiana.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Rispondi sempre in italiano, in modo conciso e professionale.'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Inseriscilo nel campo 'System instructions'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2: esplorare i parametri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Nel pannello destro trovi i parametri del modello: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TEMPERATURA: prova a cambiarla!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Imposta 0.1 e chiedi: 'Scrivi 3 slogan per una gelateria'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Poi imposta 1.0 e rifai la STESSA domanda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Osserva: a temperatura bassa gli slogan sono piu 'sicuri',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temperatura alta sono piu creativi e imprevedibili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TOP-P (nucleus sampling):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Controlla la 'diversita' delle parole considerate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- 0.1 = molto conservativo, 1.0 = massima varieta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MAX OUTPUT TOKENS: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Limite massimo di token nella risposta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Provalo: imposta 50 token e osserva la risposta troncata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3: upload e analisi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Google AI Studio supporta upload di file e immagini: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Clicca l'icona allegato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Carica un'immagine (foto, screenshot, grafico)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Chiedi: 'Descrivi cosa vedi in questa immagine.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contiene testo, trascrivilo. Se contiene dati, analizzali.'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Prova con un documento PDF: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'Riassumi questo documento in 5 punti chiave.'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Confronto: la qualita dell'analisi e paragonabile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ChatGPT e Claude? In cosa differisce?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Studio e piu 'tecnico' ma offre controllo maggiore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Open vs Commerciale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Confronto qualita su task reali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stesso prompt su 4 strumenti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Invia lo STESSO prompt a: ChatGPT, Claude, HuggingChat, Google AI Studio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suggerito (task complesso per test realistico):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'Sei un consulente HR. Un'azienda tech italiana (80 dipendenti)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ha un turnover del 25% annuo. Analizza le possibili cause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proponi un piano di retention in 5 punti, con costi stimati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tempi di implementazione. Formato: tabella + raccomandazione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finale. Max 400 parole.'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ciascuno, valuta: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 rispettato il formato (tabella + raccomandazione)?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 cause identificate sono plausibili?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 piano e realistico e azionabile?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 rispettato il limite di parole?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Matrice di confronto (compilala!)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Studio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Aderenza al formato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Qualita contenuto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Realismo stime costi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Rispetto limite parole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Italiano corretto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TOTALE (1-25)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Quando preferire un modello open?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PREFERISCI OPEN QUANDO: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 budget e zero (HuggingChat e completamente gratuito)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La privacy e critica (modelli locali con Ollama)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sperimentare liberamente senza limiti di messaggi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 task e semplice (email, riassunti, brainstorming)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capire come funzionano i parametri (AI Studio)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PREFERISCI COMMERCIALE QUANDO: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Serve la massima qualita possibile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 servono feature avanzate (upload file, code interpreter)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Lavori con documenti lunghi e complessi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Hai bisogno di generazione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Vuoi un'esperienza utente piu curata e affidabile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Il futuro dei modelli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gap tra modelli open e closed si sta riducendo rapidamente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Trend in corso: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modelli open migliorano ogni 3-6 mesi (Llama 4 atteso a breve)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 piattaforme web rendono l'accesso sempre piu facile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Aziende come Meta, Google e Microsoft investono nell'open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L'EU AI Act potrebbe favorire modelli trasparenti e aperti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Cosa significa per 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Impara a usare sia strumenti commerciali che open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legarti a un singolo provider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Tieni d'occhio le novita (il panorama cambia velocemente)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Chi padroneggia entrambi i mondi ha un vantaggio competitivo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'Open' nell'AI significa pesi del modello pubblici e (spesso) riutilizzabili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Llama (Meta), Mistral e Gemma (Google) sono i protagonisti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HuggingChat e Google AI Studio permettono di usarli gratis senza installare nulla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La qualita dei modelli open e ormai competitiva per molti task quotidiani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La scelta open vs commerciale dipende da: budget, privacy, complessita del task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Il gap si sta chiudendo rapidamente — restare aggiornati e fondamentale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6: AI nel lavoro quotidiano</a:t>
            </a:r>
            <a:br/>
            <a:r>
              <a:t>Casi d'uso reali e workflow pratici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