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39728" cy="6400800"/>
          </a:xfrm>
          <a:prstGeom prst="rect">
            <a:avLst/>
          </a:prstGeom>
          <a:solidFill>
            <a:srgbClr val="FAFAF7"/>
          </a:solidFill>
          <a:ln w="1905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2317089" cy="109728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27985" y="228600"/>
            <a:ext cx="2317089" cy="109728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5931" y="228600"/>
            <a:ext cx="2317089" cy="109728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43876" y="228600"/>
            <a:ext cx="2317089" cy="109728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51822" y="228600"/>
            <a:ext cx="2317089" cy="109728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519672"/>
            <a:ext cx="2317089" cy="109728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27985" y="6519672"/>
            <a:ext cx="2317089" cy="109728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5931" y="6519672"/>
            <a:ext cx="2317089" cy="109728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43876" y="6519672"/>
            <a:ext cx="2317089" cy="109728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51822" y="6519672"/>
            <a:ext cx="2317089" cy="109728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21440" y="548640"/>
            <a:ext cx="109728" cy="109728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6217920"/>
            <a:ext cx="109728" cy="109728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21440" y="6217920"/>
            <a:ext cx="109728" cy="109728"/>
          </a:xfrm>
          <a:prstGeom prst="ellipse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685800"/>
            <a:ext cx="73152" cy="73152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40080"/>
            <a:ext cx="10058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B6B72"/>
                </a:solidFill>
                <a:latin typeface="Consolas"/>
              </a:defRPr>
            </a:pPr>
            <a:r>
              <a:t>AI BASICS  ·  CERTIFICATE OF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This certifies that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5200" b="1" i="1">
                <a:solidFill>
                  <a:srgbClr val="1E3CFF"/>
                </a:solidFill>
                <a:latin typeface="Georgia"/>
              </a:defRPr>
            </a:pPr>
            <a:r>
              <a:t>[FULL NAME]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331720"/>
            <a:ext cx="3931920" cy="36576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514600"/>
            <a:ext cx="10332720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has successfully completed the 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0332720" cy="10972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B0B0C"/>
                </a:solidFill>
                <a:latin typeface="Georgia"/>
              </a:defRPr>
            </a:pPr>
            <a:r>
              <a:t>AI Basics: Artificial Intelligence</a:t>
            </a:r>
            <a:br/>
            <a:r>
              <a:t>Tools for Everyone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6B72"/>
                </a:solidFill>
                <a:latin typeface="Consolas"/>
              </a:defRPr>
            </a:pPr>
            <a:r>
              <a:t>Duration: 20 hours  ·  8 modules  ·  Theory + Practice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297680"/>
            <a:ext cx="88696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434840"/>
            <a:ext cx="832104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CERTIFIED 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663440"/>
            <a:ext cx="1097280" cy="2286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20240" y="4846320"/>
            <a:ext cx="64008" cy="64008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480060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Professional use of ChatGPT, Claude and open source models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4846320"/>
            <a:ext cx="64008" cy="64008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Prompt engineering with structured techniques</a:t>
            </a:r>
          </a:p>
        </p:txBody>
      </p:sp>
      <p:sp>
        <p:nvSpPr>
          <p:cNvPr id="32" name="Oval 31"/>
          <p:cNvSpPr/>
          <p:nvPr/>
        </p:nvSpPr>
        <p:spPr>
          <a:xfrm>
            <a:off x="1920240" y="5257800"/>
            <a:ext cx="64008" cy="64008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521208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AI integration into daily work workflows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5257800"/>
            <a:ext cx="64008" cy="64008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1208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Responsible and informed use of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36576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45720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A2A2D"/>
                </a:solidFill>
                <a:latin typeface="Consolas"/>
              </a:defRPr>
            </a:pPr>
            <a:r>
              <a:t>Project: ___ / 25     Quiz: ___ /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806440"/>
            <a:ext cx="27432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989320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A2A2D"/>
                </a:solidFill>
                <a:latin typeface="Calibri"/>
              </a:defRPr>
            </a:pPr>
            <a:r>
              <a:t>____________________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806440"/>
            <a:ext cx="356616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Instructor Signature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989320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A2A2D"/>
                </a:solidFill>
                <a:latin typeface="Calibri"/>
              </a:defRPr>
            </a:pPr>
            <a:r>
              <a:t>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