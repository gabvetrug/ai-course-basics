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6 OPENING</a:t>
            </a:r>
          </a:p>
          <a:p/>
          <a:p>
            <a:r>
              <a:t>· Introduce the module and its objectives</a:t>
            </a:r>
          </a:p>
          <a:p>
            <a:r>
              <a:t>· Verify everyone has access to the tools</a:t>
            </a:r>
          </a:p>
          <a:p>
            <a:r>
              <a:t>· Preview the structure: theory first, then hands-on</a:t>
            </a:r>
          </a:p>
          <a:p>
            <a:r>
              <a:t>· Suggested time: 2-3 minutes</a:t>
            </a:r>
          </a:p>
          <a:p/>
          <a:p>
            <a:r>
              <a:t>Opening question: 'Has anyone used AI tools this week?'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Walk through each agenda item briefly</a:t>
            </a:r>
          </a:p>
          <a:p>
            <a:r>
              <a:t>· Point out the hands-on labs and breaks</a:t>
            </a:r>
          </a:p>
          <a:p>
            <a:r>
              <a:t>· Ask if there are any particular expectations</a:t>
            </a:r>
          </a:p>
          <a:p>
            <a:r>
              <a:t>· Suggested time: 2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From learning to action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/>
          <a:p>
            <a:r>
              <a:t>&gt;&gt;&gt; PAUSE HERE — Give time to read &lt;&lt;&lt;</a:t>
            </a:r>
          </a:p>
          <a:p/>
          <a:p>
            <a:r>
              <a:t>· This slide contains a fundamental concept</a:t>
            </a:r>
          </a:p>
          <a:p>
            <a:r>
              <a:t>· Read the text aloud, then paraphrase</a:t>
            </a:r>
          </a:p>
          <a:p>
            <a:r>
              <a:t>· Ask: 'Can someone rephrase this in their own words?'</a:t>
            </a:r>
          </a:p>
          <a:p>
            <a:r>
              <a:t>· Make sure everyone understands before moving on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 task is ideal for AI when it is: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For every task, think about AI in three stages:; BEFORE — Preparation and research; DURING — Production and drafting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AI generates 80% of the work in 20% of the time; YOU add the final 20% that makes the difference:; DO NOT delegate everything. The human added value is: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Workflow 1: Communication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average office worker writes 40+ emails per day.; AI can cut the time for routine emails in half.; AUTOMATABLE TYPES: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Weekly, monthly, quarterly reports — always the same structure:; WORKFLOW WITH AI:; ADVANCED TIP (with Claude Projects):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Problem: taking notes AND actively participating is hard.; WORKFLOW:; Time: from 30 minutes of writing down to 5 minutes of review.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LinkedIn posts, newsletters, press releases — AI as copywriter:; WORKFLOW FOR LINKEDIN POSTS:; WORKFLOW FOR NEWSLETTERS: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Workflow 2: Analysis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With ChatGPT (Code Interpreter) anyone can analyze data:; WORKFLOW:; REAL-WORLD USE CASES: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Turning unstructured text into actionable insights:; WORKFLOW:; APPLICATIONS: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AI as a junior analyst who prepares briefings for you:; BEFORE A MEETING WITH A CLIENT:; BEFORE A PRESENTATION: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Workflow 3: Productivity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most efficient approach: have AI create the templates for you; STEP 1: Identify a repetitive task (email, report, checklist); STEP 2: Ask AI to create the template: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Documenting processes is often neglected but essential:; WORKFLOW:; BENEFIT: knowledge does not stay locked in one person's head.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Beyond Google Translate: translations adapted to context:; DOCUMENT TRANSLATION:; MARKETING LOCALIZATION: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Creating training material becomes incredibly fast:; QUIZZES AND ASSESSMENTS:; NEW HIRE GUIDES: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Workflow 4: Decision support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When you have to choose among multiple options:; WORKFLOW:; AI DOES NOT decide for you. AI helps you to: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Exploring future scenarios before making a decision:; SAMPLE PROMPT:; APPLICATIONS: product launch, hiring, market entry,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AI as a 'pocket strategy consultant':; SWOT ANALYSIS:; COMPETITIVE ANALYSIS: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Workshop: automate YOUR work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Think about your typical work week.; Which repetitive activities take up the most time?; Fill in this list (at least 5 activities):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For each of the 3 selected tasks, define:; TASK 1: ___________________________; Repeat for Task 2 and Task 3.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Now ACTUALLY TRY your 3 workflows with AI!; For each task:; While working, take note of: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Each participant briefly presents:; RULE: listen to others' prompts!; &gt;&gt;&gt; At the end of the session, the trainer collects the best prompts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Integration with work tools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COMPARISON: AI Basics Course</a:t>
            </a:r>
          </a:p>
          <a:p/>
          <a:p>
            <a:r>
              <a:t>· Present the left side first, then the right</a:t>
            </a:r>
          </a:p>
          <a:p>
            <a:r>
              <a:t>· Highlight the key differences</a:t>
            </a:r>
          </a:p>
          <a:p>
            <a:r>
              <a:t>· Ask participants which they prefer and why</a:t>
            </a:r>
          </a:p>
          <a:p>
            <a:r>
              <a:t>· Stay neutral: the message is 'it depends on context'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COMPARISON: AI Basics Course</a:t>
            </a:r>
          </a:p>
          <a:p/>
          <a:p>
            <a:r>
              <a:t>· Present the left side first, then the right</a:t>
            </a:r>
          </a:p>
          <a:p>
            <a:r>
              <a:t>· Highlight the key differences</a:t>
            </a:r>
          </a:p>
          <a:p>
            <a:r>
              <a:t>· Ask participants which they prefer and why</a:t>
            </a:r>
          </a:p>
          <a:p>
            <a:r>
              <a:t>· Stay neutral: the message is 'it depends on context'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No need to wait for native integrations.; The universal workflow is:; Is it 'primitive'? Yes. Does it work? Absolutely.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RECAP</a:t>
            </a:r>
          </a:p>
          <a:p/>
          <a:p>
            <a:r>
              <a:t>· Go through each point quickly — DON'T re-explain everything</a:t>
            </a:r>
          </a:p>
          <a:p>
            <a:r>
              <a:t>· Ask: 'What concept stood out the most?'</a:t>
            </a:r>
          </a:p>
          <a:p>
            <a:r>
              <a:t>· Ask: 'Is there anything that's still unclear?'</a:t>
            </a:r>
          </a:p>
          <a:p>
            <a:r>
              <a:t>· If there are doubts, clarify now before moving on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MODULE PREVIEW</a:t>
            </a:r>
          </a:p>
          <a:p/>
          <a:p>
            <a:r>
              <a:t>· Briefly preview what's coming next</a:t>
            </a:r>
          </a:p>
          <a:p>
            <a:r>
              <a:t>· Build curiosity without giving too much away</a:t>
            </a:r>
          </a:p>
          <a:p>
            <a:r>
              <a:t>· Announce the break if scheduled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SESSION</a:t>
            </a:r>
          </a:p>
          <a:p/>
          <a:p>
            <a:r>
              <a:t>· Open the floor: 'Any questions?'</a:t>
            </a:r>
          </a:p>
          <a:p>
            <a:r>
              <a:t>· If nobody asks, prompt with:</a:t>
            </a:r>
          </a:p>
          <a:p>
            <a:r>
              <a:t>  'Which tool do you think you'll use first at work?'</a:t>
            </a:r>
          </a:p>
          <a:p>
            <a:r>
              <a:t>· Manage time: max 5 minutes</a:t>
            </a:r>
          </a:p>
          <a:p>
            <a:r>
              <a:t>· If too many questions, offer to continue during the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Full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Module 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AI in everyday work: real-world use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  |  Duration: 3 hours  |  1h Theory + 2h Workshop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08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syllabus.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What we'll cover in this module.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From learning to action: how to integrate AI into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Workflow 1: Communication — emails, reports, meeting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Workflow 2: Analysis — data, feedback, 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Workflow 3: Productivity — automation, templates, procedures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Workflow 4: Decision-making — comparisons, SWOT, scenarios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Workshop: identify and automate 3 tasks from YOUR job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20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Integration with everyday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From learning 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The real value of AI lies in everyday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THE KEY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Not 'what can AI do?'</a:t>
            </a:r>
            <a:br/>
            <a:r>
              <a:t>but 'which of MY tasks</a:t>
            </a:r>
            <a:br/>
            <a:r>
              <a:t>can it make faster or better?'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The ROI of AI is measured in time saved and quality improved on YOUR real tasks.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How to identify 'AI-friendly'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 task is ideal for AI when it is: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REPETITIVE: you do it often with minimal variations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E.g.: reply emails, weekly reports, meeting notes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TEXT-BASED: it involves reading, writing, summarizing, translating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E.g.: documentation, communication, qualitative analysis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STRUCTURABLE: the output follows a predictable pattern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E.g.: tables, lists, standard templates, procedures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LOW RISK: an error does not cause serious damage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E.g.: drafts, brainstorming, explorations (NOT final legal contracts)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The 'Before-During-After'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 every task, think about AI in three stages: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BEFORE — Preparation and research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Gather information, analyze context, generate ideas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Example: 'Prepare a briefing on this client for me'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DURING — Production and drafting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Write the first draft, structure, format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Example: 'Write the first version of this email'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AFTER — Review and improvement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Correct, simplify, translate, adjust the tone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Example: 'Make this text more concise and formal'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AI is most useful in the BEFORE and DURING stages.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The AFTER stage remains primarily human.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The 80/20 rule with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AI generates 80% of the work in 20% of the time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YOU add the final 20% that makes the difference: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AI generates the draft (2 minutes)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You review, personalize, verify (5 minutes)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TOTAL: 7 minutes instead of 30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 NOT delegate everything. The human added value is: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Contextual judgment (you know your audience)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Fact-checking (AI can make mistakes)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Personal touch (relationships, empathy, nuance)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Accountability (you sign off, not the AI)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The goal is not to eliminate work, but to eliminate tedious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Workflow 1: Communication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Emails, reports, minutes, and written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Email: the most immediate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average office worker writes 40+ emails per day.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AI can cut the time for routine emails in half.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AUTOMATABLE TYPES: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Replies to standard information requests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Confirmations, thank-yous, follow-ups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Polite reminders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Introduction emails and cold outreach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Meeting summary sent to participants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Copy the content of the received email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Prompt: 'Reply to this email. Context: [X]. Tone: [Y].'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Review, personalize, send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Reports and documents: from draft to finished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Weekly, monthly, quarterly reports — always the same structure: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 WITH AI: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Prepare the data (numbers, KPIs, key facts)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Prompt: 'Write a [TYPE] report with this data: [DATA].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Structure: [SECTIONS]. Audience: [WHO]. Max [N] words.'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AI generates the structured draft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You add: interpretation, commentary, recommendations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ADVANCED TIP (with Claude Projects):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Create a 'Monthly Report' project with template and instructions.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Each month, upload only the new data. Claude already knows the format.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ESTIMATED SAVINGS: from 2-3 hours down to 30-45 minutes per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Meeting minutes: from notes to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Problem: taking notes AND actively participating is hard.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During the meeting: jot down keywords and decisions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(even messy, with abbreviations, incomplete sentences)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After the meeting, paste your notes into ChatGPT or Claude: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'Turn these notes into professional meeting minutes.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Format: date, attendees, discussion points (numbered),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decisions made, action items (with owner and deadline).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Tone: formal and concise.'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Review, correct names and specific details, send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Time: from 30 minutes of writing down to 5 minutes of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Social content and external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LinkedIn posts, newsletters, press releases — AI as copywriter: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 FOR LINKEDIN POSTS: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Define the key message (1 sentence)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Prompt: 'Create 3 versions of a LinkedIn post about [TOPIC].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Target: [WHO]. Styles: storytelling, statistical fact, listicle.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100-150 words, opening hook, closing CTA, 3 hashtags.'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Pick the best version, personalize with your own voice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 FOR NEWSLETTERS: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List the topics to cover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Prompt: 'Write a 500-word newsletter covering these topics: [...].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Tone: [BRAND]. Include: catchy intro, one section per topic,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closing CTA.'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Add links, images, review the 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Workflow 2: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Data, feedback, research, and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Data analysis without knowing how to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With ChatGPT (Code Interpreter) anyone can analyze data: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Export the data to CSV or Excel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Upload to ChatGPT and ask: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'Analyze this dataset. Show me: main trends with charts,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anomalies, top/bottom performers. Conclude with 3 recommendations.'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AI writes and runs the Python code for you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Download the charts and results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REAL-WORLD USE CASES: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Sales: trends, period comparisons, product/region segmentation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HR: turnover, absences, satisfaction surveys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Marketing: campaign performance, conversion rates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Finance: budget variances, cost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Qualitative analysis: feedback and reviews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Turning unstructured text into actionable insights: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Collect the feedback (Google Reviews, surveys, emails, tickets)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Copy-paste into Claude or ChatGPT: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'Analyze these [N] pieces of feedback. For each, classify: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sentiment, topic, urgency. Then: recurring themes, pain points,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strengths, 3 priority actions.'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Result: structured analysis from raw text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APPLICATIONS: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NPS verbatim: understand the 'why' behind the numbers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Complaints: categorize and prioritize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Internal surveys: extract insights from the workforce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Competitor reviews: understand where they excel and where they struggle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Research and meeting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AI as a junior analyst who prepares briefings for you: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BEFORE A MEETING WITH A CLIENT: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'Prepare a briefing on [COMPANY]. Cover: industry, size,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main products, typical industry challenges, recent news.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Then suggest 5 smart questions to ask in the meeting.'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BEFORE A PRESENTATION: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'I am presenting [PROPOSAL] to [AUDIENCE]. Anticipate the 5 most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likely objections and prepare a response for each.'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BEFORE A NEGOTIATION: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'Analyze the pros/cons of our position on [TOPIC].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Identify our BATNA and suggest a strategy.'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Note: always verify facts with independent sources!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Workflow 3: Productivity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Automation, templates, and procedures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Reusable templates: create once, use forever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most efficient approach: have AI create the templates for you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1: Identify a repetitive task (email, report, checklist)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2: Ask AI to create the template: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'Create a template for [TYPE] with placeholders [NAME], [DATE],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[DETAIL]. Include 3 variants for different contexts.'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3: Save the template in your personal archive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4: Every time you need it, just fill in the placeholders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EXAMPLES OF USEFUL TEMPLATES: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- 5 email templates (confirmation, reminder, thank-you, etc.)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Weekly/monthly report template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Project kickoff checklist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Script for sales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Standard Operating Procedures (SOPs) with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Documenting processes is often neglected but essential: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Describe the process verbally (even informally)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Prompt: 'Turn this description into a formal SOP.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Structure: purpose, who executes it, prerequisites, step-by-step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procedure (numbered), success criteria, troubleshooting.'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Review with the person who actually performs the process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Publish and distribute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BENEFIT: knowledge does not stay locked in one person's head.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If a colleague goes on vacation, the SOP has you covered.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Claude Projects is ideal: create a 'Company SOPs' project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and update procedures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Everyday translation and localization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Beyond Google Translate: translations adapted to context: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DOCUMENT TRANSLATION: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'Translate this document into English. Do not translate literally: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adapt the tone for the international market. Flag any significant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adaptation choices.'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MARKETING LOCALIZATION: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'Adapt this promotional text for the German market.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Consider cultural differences and communication preferences.'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MULTILINGUAL SUPPORT: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'I received this email in [LANGUAGE]. Translate it and suggest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 appropriate reply in the same language.'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AI handles 20+ languages well. For critical translations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(legal, medical), always have a professional validate.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Training and onboarding with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Creating training material becomes incredibly fast: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QUIZZES AND ASSESSMENTS: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'Create a 10-question quiz on [TOPIC]. Mix of multiple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choice and true/false. Level: [BEGINNER/ADVANCED].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Answers at the end with explanations.'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NEW HIRE GUIDES: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'Create an onboarding guide for a new [ROLE].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30-day plan: week by week with activities,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goals, people to meet, resources to read.'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INTERNAL FAQS: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'Based on these frequently asked questions [LIST], create 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structured FAQ document with clear, concise answers.'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Perfect for growing teams that need to scale quickly.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Workflow 4: Decision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Comparisons, scenarios, and strategic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AI-assisted decision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When you have to choose among multiple options: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Define the options and evaluation criteria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Prompt: 'Compare Option A [DESC] and Option B [DESC].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Criteria: cost (weight 3), quality (weight 5), time (weight 4),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scalability (weight 2). Matrix 1-5 per criterion, weighted score,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reasoned recommendation.'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AI structures the reasoning that you then validate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AI DOES NOT decide for you. AI helps you to: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Structure criteria that would otherwise remain implicit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Not forget important aspects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Visualize the comparison objectively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Document the decision-making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'What if' scenario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Exploring future scenarios before making a decision: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SAMPLE PROMPT: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'We are a [INDUSTRY] company with [N] employees.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We are considering [DECISION].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Analyze 3 scenarios: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Optimistic scenario: what happens if everything goes well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Realistic scenario: the most likely outcome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Pessimistic scenario: what happens if things go wrong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For each scenario: estimated probability, revenue impact,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team impact, mitigation actions.'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APPLICATIONS: product launch, hiring, market entry,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vendor change, technology investment.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SWOT and rapid strategic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AI as a 'pocket strategy consultant':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SWOT ANALYSIS: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'Create a SWOT analysis for [COMPANY/PROJECT].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Context: [INDUSTRY, MARKET]. 5 points per quadrant,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with a brief explanation. Conclude with 3 recommendations.'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COMPETITIVE ANALYSIS: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'Compare our offering with competitors [A, B, C].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Criteria: price, quality, service, innovation.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Identify our competitive advantage and 2 vulnerabilities.'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RISK ANALYSIS: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'Identify the 5 main risks for [PROJECT/INITIATIVE].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For each: probability, impact, mitigation action.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Format: risk matrix.'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C6FF3D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Workshop: automate YOUR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Identify and automate 3 real tasks — 60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Step 1: Identify your 'time wasters' (10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Think about your typical work week.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Which repetitive activities take up the most time?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Fill in this list (at least 5 activities):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__________________________________ (~___ min/week)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__________________________________ (~___ min/week)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__________________________________ (~___ min/week)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__________________________________ (~___ min/week)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5. __________________________________ (~___ min/week)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Now select the 3 best suited for AI (repetitive + text-based + low risk)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and mark an asterisk (*) next to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Step 2: Design the AI workflow (15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 each of the 3 selected tasks, define: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TASK 1: ___________________________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Which tool? (ChatGPT / Claude / other): 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Input: what do you need to provide to AI? 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Prompt: how would you ask? 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Expected output: what do you want to get? 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Estimated time WITH AI: ___ min (vs ___ min without AI)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Repeat for Task 2 and Task 3.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Tip: start with the simplest task,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so you build confidence in the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Step 3: Test it live (25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Now ACTUALLY TRY your 3 workflows with AI!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 each task: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Open the tool you chose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Write the prompt you designed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Evaluate the result: is it usable?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If not, iterate and improve the prompt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5. When satisfied, SAVE the prompt for reuse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While working, take note of: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What worked right away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What required iteration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What did not work (and why)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The prompt that works is your new 'work tool'.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Save it where you can find it (notes, document, Claude Project).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Step 4: Share with the group (10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Each participant briefly presents: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Which task you automated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Which tool you used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The prompt that worked best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How much time you save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5. One thing that surprised you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RULE: listen to others' prompts!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Often the best workflow comes from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adapting a colleague's idea to your own context.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At the end of the session, the trainer collects the best prompts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and shares them with the whole group as a 'starter library'.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Integration with work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How AI fits into your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AI in the Microsoft 365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Microsoft Copilot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Integrated in Word, Excel, PowerPoint, Outlook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Summarize emails and Teams conversations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Generate document drafts in Word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Create presentations from a brief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Analyze data in Excel with natural language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Requires Copilot Pro/Business license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How to use it today (without Copilot)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Copy text from Word to ChatGPT/Claude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Export Excel data to CSV, analyze with AI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Generate slide structure, then build in PPT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Use AI for drafts, Office for formatting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The manual workflow works perfectly well!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Copilot just makes it more seamless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AI in the Google Workspace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Google Gemini in Workspace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Integrated in Gmail, Docs, Sheets, Slides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'Help me write' in Gmail and Docs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AI formulas in Sheets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Slide generation from prompt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Long email summarization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Available with Business/Enterprise plans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How to use it today (without Gemini)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Copy from Docs to ChatGPT/Claude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Export Sheets to CSV, analyze with AI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Use Google AI Studio for Gemini for free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Paste the result into your documents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Copy-paste remains the universal method</a:t>
            </a:r>
          </a:p>
          <a:p>
            <a:pPr>
              <a:spcAft>
                <a:spcPts val="200"/>
              </a:spcAft>
              <a:defRPr sz="80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The 'copy-paste' approach works (and works well)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 need to wait for native integrations.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universal workflow is: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COPY the content from your work tool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PASTE into ChatGPT/Claude with a targeted prompt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REVIEW the output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COPY the result and PASTE into your work tool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Is it 'primitive'? Yes. Does it work? Absolutely.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Advantages of copy-paste over native integrations: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Works with ANY tool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have full control over the prompt and the result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No additional licenses required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can choose the best model for each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Look for 'AI-friendly' tasks: repetitive, text-based, structurable, low risk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Before-During-After framework: AI helps most in preparation and drafting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80/20 rule: AI does 80%, you add the 20% that makes the difference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Communication, analysis, productivity, decisions: 4 high-impact areas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Save the prompts that work: they become your work tools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Copy-paste is the universal workflow: no need to wait for native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80015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NEXT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2286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Module 7: Responsible AI</a:t>
            </a:r>
            <a:br/>
            <a:r>
              <a:t>(already completed)</a:t>
            </a:r>
            <a:br/>
            <a:br/>
            <a:r>
              <a:t>Module 8: Final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There are no stupid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