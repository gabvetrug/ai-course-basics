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MODULO 8</a:t>
            </a:r>
          </a:p>
          <a:p/>
          <a:p>
            <a:r>
              <a:t>· Presenta il modulo e gli obiettivi</a:t>
            </a:r>
          </a:p>
          <a:p>
            <a:r>
              <a:t>· Verifica che tutti abbiano accesso agli strumenti</a:t>
            </a:r>
          </a:p>
          <a:p>
            <a:r>
              <a:t>· Anticipa la struttura: prima la teoria, poi la pratica</a:t>
            </a:r>
          </a:p>
          <a:p>
            <a:r>
              <a:t>· Tempo suggerito: 2-3 minuti</a:t>
            </a:r>
          </a:p>
          <a:p/>
          <a:p>
            <a:r>
              <a:t>Domanda di apertura: 'Qualcuno di voi ha gia usato strumenti AI questa settimana?'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</a:t>
            </a:r>
          </a:p>
          <a:p/>
          <a:p>
            <a:r>
              <a:t>· Scorri brevemente ogni punto dell'agenda</a:t>
            </a:r>
          </a:p>
          <a:p>
            <a:r>
              <a:t>· Indica i momenti pratici (lab) e le pause</a:t>
            </a:r>
          </a:p>
          <a:p>
            <a:r>
              <a:t>· Chiedi se ci sono aspettative particolari</a:t>
            </a:r>
          </a:p>
          <a:p>
            <a:r>
              <a:t>· Tempo suggerito: 2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Obiettivi del progetto finale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CONCETTO CHIAVE</a:t>
            </a:r>
          </a:p>
          <a:p/>
          <a:p>
            <a:r>
              <a:t>&gt;&gt;&gt; PAUSA QUI — Lascia il tempo di leggere &lt;&lt;&lt;</a:t>
            </a:r>
          </a:p>
          <a:p/>
          <a:p>
            <a:r>
              <a:t>· Questa slide contiene un concetto fondamentale</a:t>
            </a:r>
          </a:p>
          <a:p>
            <a:r>
              <a:t>· Leggi il testo ad alta voce, poi parafrasa</a:t>
            </a:r>
          </a:p>
          <a:p>
            <a:r>
              <a:t>· Chiedi: 'Qualcuno puo riformularlo con parole sue?'</a:t>
            </a:r>
          </a:p>
          <a:p>
            <a:r>
              <a:t>· Assicurati che tutti abbiano compreso prima di proseguire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1. IDENTIFICARE un task reale che beneficia dell'AI; 2. SCEGLIERE gli strumenti giusti; 3. PROGETTARE i prompt efficaci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Il progetto sara valutato su 5 criteri (ciascuno 1-5 punti):; PUNTEGGIO: ___/25     SUFFICIENZA: 15/25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Briefing del progetto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COMUNICAZIONE:; ANALISI:; PRODUTTIVITA: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Il vostro progetto deve includere:; 1. SCHEDA PROGETTO (1 pagina):; 2. PROMPT DOCUMENTATI: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Fase 1: Progettazione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NOME PROGETTO: _______________________________________________; TASK: Quale attivita lavorativa vuoi automatizzare?; _______________________________________________________________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Per ogni step del workflow, pianifica il prompt PRIMA di inviarlo:; PROMPT 1 (Tool: ___________):; PROMPT 2 (Tool: ___________):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Fase 2: Realizzazione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Ora e il momento di FARE. Segui il piano e annota tutto.; CHECKLIST DI ESECUZIONE:; DURANTE IL LAVORO ANNOTA: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40 minuti passano velocemente. Gestisci il tempo cosi:; SE SEI IN DIFFICOLTA:; SE HAI FINITO IN ANTICIPO: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Fase 3: Presentazione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Struttura della presentazione (MAX 5 minuti a persona):; 1. IL PROBLEMA (30 sec):; 2. LA SOLUZIONE (1 min):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Mentre ascolti i colleghi, prendi nota di:; Dopo ogni presentazione:; REGOLA D'ORO: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Quiz finale e certificazione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20 domande in 15 minuti; Formato misto:; Copertura: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Al completamento del corso (quiz + progetto) riceverai:; CERTIFICATO DI COMPLETAMENTO; Il certificato attesta che sai: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Chiusura del corso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SETTIMANA 1: scegli UN task e automatizzalo con l'AI ogni giorno; MESE 1: costruisci la tua libreria personale di prompt; MESE 2-3: condividi con il team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PRATICA QUOTIDIANA:; COMMUNITY:; APPROFONDIMENTO: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RIEPILOGO MODULO</a:t>
            </a:r>
          </a:p>
          <a:p/>
          <a:p>
            <a:r>
              <a:t>· Scorri ogni punto rapidamente — NON rispiegare tutto</a:t>
            </a:r>
          </a:p>
          <a:p>
            <a:r>
              <a:t>· Chiedi: 'Qual e il concetto che vi ha colpito di piu?'</a:t>
            </a:r>
          </a:p>
          <a:p>
            <a:r>
              <a:t>· Chiedi: 'C'e qualcosa che non e chiaro?'</a:t>
            </a:r>
          </a:p>
          <a:p>
            <a:r>
              <a:t>· Se ci sono dubbi, chiarisci ora prima di proseguire</a:t>
            </a:r>
          </a:p>
          <a:p>
            <a:r>
              <a:t>· Tempo suggerito: 3-4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CONCETTO CHIAVE</a:t>
            </a:r>
          </a:p>
          <a:p/>
          <a:p>
            <a:r>
              <a:t>&gt;&gt;&gt; PAUSA QUI — Lascia il tempo di leggere &lt;&lt;&lt;</a:t>
            </a:r>
          </a:p>
          <a:p/>
          <a:p>
            <a:r>
              <a:t>· Questa slide contiene un concetto fondamentale</a:t>
            </a:r>
          </a:p>
          <a:p>
            <a:r>
              <a:t>· Leggi il testo ad alta voce, poi parafrasa</a:t>
            </a:r>
          </a:p>
          <a:p>
            <a:r>
              <a:t>· Chiedi: 'Qualcuno puo riformularlo con parole sue?'</a:t>
            </a:r>
          </a:p>
          <a:p>
            <a:r>
              <a:t>· Assicurati che tutti abbiano compreso prima di proseguire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SESSIONE DOMANDE</a:t>
            </a:r>
          </a:p>
          <a:p/>
          <a:p>
            <a:r>
              <a:t>· Apri il microfono: 'Ci sono domande?'</a:t>
            </a:r>
          </a:p>
          <a:p>
            <a:r>
              <a:t>· Se nessuno chiede, proponi una domanda stimolo:</a:t>
            </a:r>
          </a:p>
          <a:p>
            <a:r>
              <a:t>  'Quale strumento pensate di usare per primo nel vostro lavoro?'</a:t>
            </a:r>
          </a:p>
          <a:p>
            <a:r>
              <a:t>· Gestisci il tempo: max 5 minuti</a:t>
            </a:r>
          </a:p>
          <a:p>
            <a:r>
              <a:t>· Se le domande sono troppe, offri di rispondere durante la pausa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 ·  Corso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457200"/>
            <a:ext cx="46936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05840"/>
            <a:ext cx="1280160" cy="274320"/>
          </a:xfrm>
          <a:prstGeom prst="round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B0B0C"/>
                </a:solidFill>
                <a:latin typeface="Consolas"/>
              </a:defRPr>
            </a:pPr>
            <a:r>
              <a:t>ChatGPT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005840"/>
            <a:ext cx="1280160" cy="274320"/>
          </a:xfrm>
          <a:prstGeom prst="round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Claude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005840"/>
            <a:ext cx="1280160" cy="274320"/>
          </a:xfrm>
          <a:prstGeom prst="round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Open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005840"/>
            <a:ext cx="1280160" cy="274320"/>
          </a:xfrm>
          <a:prstGeom prst="round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Prompt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45920"/>
            <a:ext cx="10180015" cy="16459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1" i="0">
                <a:solidFill>
                  <a:srgbClr val="0B0B0C"/>
                </a:solidFill>
                <a:latin typeface="Georgia"/>
              </a:defRPr>
            </a:pPr>
            <a:r>
              <a:t>Modulo 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383280"/>
            <a:ext cx="2286000" cy="5486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1">
                <a:solidFill>
                  <a:srgbClr val="2A2A2D"/>
                </a:solidFill>
                <a:latin typeface="Georgia"/>
              </a:defRPr>
            </a:pPr>
            <a:r>
              <a:t>Progetto finale e certificazione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  |  Durata: 2 ore  |  100% Pratica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Agenda  ·  07 punti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B0B0C"/>
                </a:solidFill>
                <a:latin typeface="Georgia"/>
              </a:defRPr>
            </a:pPr>
            <a:r>
              <a:t>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0" i="1">
                <a:solidFill>
                  <a:srgbClr val="FF5A1F"/>
                </a:solidFill>
                <a:latin typeface="Georgia"/>
              </a:defRPr>
            </a:pPr>
            <a:r>
              <a:t>programma.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Cosa vedremo in questo modulo.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005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0972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Obiettivi del progetto finale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691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7830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Briefing: cosa dovete realizzare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3774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4688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Fase 1: progettazione del workflow (20 min)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0632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1546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Fase 2: realizzazione con l'AI (40 min)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749039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8404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404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Fase 3: preparazione presentazione (15 min)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434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5262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262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Presentazioni al gruppo (30 min)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5120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52120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2120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Quiz finale di certificazione (15 min)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Obiettivi del progetto finale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Dimostrare le competenze acquisite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Concetto chiave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OBIETTIVO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Automatizzare un workflow reale</a:t>
            </a:r>
            <a:br/>
            <a:r>
              <a:t>del PROPRIO lavoro usando almeno</a:t>
            </a:r>
            <a:br/>
            <a:r>
              <a:t>2 strumenti AI diversi.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Non un esercizio teorico: un deliverable che porterai in ufficio lunedi mattina.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Cosa dovrete dimostrare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IDENTIFICARE un task reale che beneficia dell'AI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Applicare il framework: ripetitivo, testuale, strutturabile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SCEGLIERE gli strumenti giusti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Almeno 2 tool diversi (ChatGPT, Claude, HuggingChat, AI Studio)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Motivare la scelta: perche QUEL tool per QUEL task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PROGETTARE i prompt efficaci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Usare le tecniche apprese (ruolo, contesto, formato, vincoli)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PRODURRE un deliverable concreto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Qualcosa di usabile: template, procedura, report, analisi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VALUTARE criticamente il risultato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Cosa ha funzionato, cosa no, dove serve intervento umano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Criteri di valutazione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Il progetto sara valutato su 5 criteri (ciascuno 1-5 punti):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PERTINENZA: il task scelto e realmente utile per il tuo lavoro?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PROMPT ENGINEERING: i prompt usati sono ben strutturati?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(ruolo, contesto, formato, vincoli, iterazione)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USO MULTI-TOOL: hai usato almeno 2 strumenti diversi?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Hai motivato la scelta?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QUALITA OUTPUT: il deliverable e utilizzabile cosi com'e?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PENSIERO CRITICO: hai identificato limiti, rischi 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dove serve l'intervento umano?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PUNTEGGIO: ___/25     SUFFICIENZA: 15/25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1E3C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Briefing del progetto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Cosa realizzare e 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Idee di progetto per ispirarvi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COMUNICAZIONE: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Kit di 10 template email per il tuo reparto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Sistema per generare report settimanali automatici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Workflow per verbali riunione in 5 minuti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ANALISI: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Dashboard analisi feedback clienti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Report analisi dati di vendita con grafici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Briefing automatico pre-meeting con clienti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PRODUTTIVITA: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SOP per un processo del tuo team (con checklist)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Kit onboarding per nuovi assunti del tuo reparto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Libreria di prompt per il tuo ruolo specifico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STRATEGIA: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Analisi SWOT del tuo prodotto/servizio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Matrice decisionale per una scelta in corso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Struttura del deliverable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Il vostro progetto deve includere: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SCHEDA PROGETTO (1 pagina):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Task scelto e motivazione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Strumenti AI utilizzati e perche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Tempo stimato: con AI vs senza AI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PROMPT DOCUMENTATI: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 prompt usati, con la tecnica applicata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Le iterazioni fatte e perche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DELIVERABLE FINALE: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L'output concreto prodotto (template, report, analisi...)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VALUTAZIONE CRITICA (5 righe):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Cosa ha funzionato e cosa no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Dove e necessario l'intervento umano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Come lo useresti nel lavoro quotidiano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2E8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Fase 1: Progettazione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Definisci il tuo workflow AI — 20 minuti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Compila la scheda progetto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NOME PROGETTO: _______________________________________________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TASK: Quale attivita lavorativa vuoi automatizzare?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_______________________________________________________________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PERCHE: Quanto tempo ti richiede oggi? Quanto spesso lo fai?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_______________________________________________________________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TOOL 1: ________________  Perche: _____________________________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TOOL 2: ________________  Perche: _____________________________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OUTPUT ATTESO: cosa produrra il progetto?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_______________________________________________________________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Fai validare la scheda con il formatore prima di procedere.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Progetta i prompt (prima di scriverli!)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Per ogni step del workflow, pianifica il prompt PRIMA di inviarlo: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1 (Tool: ___________):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Obiettivo: _________________________________________________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Tecnica: [ ] Ruolo [ ] Few-shot [ ] CoT [ ] Output strutturato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Bozza: _____________________________________________________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2 (Tool: ___________):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Obiettivo: _________________________________________________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Tecnica: ___________________________________________________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Bozza: _____________________________________________________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3 (eventuale follow-up / iterazione):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Obiettivo: _________________________________________________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Pianificare PRIMA e eseguire POI porta risultati migliori.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00C28A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Fase 2: Realizzazione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Metti in pratica i tuoi workflow — 40 minuti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Esegui il tuo progetto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Ora e il momento di FARE. Segui il piano e annota tutto.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CHECKLIST DI ESECUZIONE: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[ ] Ho aperto il Tool 1 e inviato il Prompt 1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[ ] Ho valutato la risposta: soddisfacente? Serve iterazione?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[ ] Ho iterato il prompt se necessario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[ ] Ho aperto il Tool 2 e inviato il Prompt 2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[ ] Ho combinato i risultati dei due tool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[ ] Ho revisionato l'output finale con occhio critico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[ ] Ho salvato prompt e risultati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DURANTE IL LAVORO ANNOTA: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Sorprese positive: cosa ha funzionato meglio del previsto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Problemi: dove hai dovuto cambiare approccio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Intervento umano: cosa hai corretto/aggiunto 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Suggerimenti per il tempo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40 minuti passano velocemente. Gestisci il tempo cosi: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0-10 min: Esegui il primo prompt, valuta, itera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10-20 min: Passa al secondo tool, secondo prompt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20-30 min: Combina i risultati, revisiona l'output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30-40 min: Compila la valutazione critica, prepara il deliverable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SE SEI IN DIFFICOLTA: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Semplifica: riduci l'ambizione, fai meno cose ma bene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Chiedi: al formatore o ai colleghi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Cambia tool: se uno non funziona, prova l'altro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SE HAI FINITO IN ANTICIPO: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Aggiungi un terzo tool di confronto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Migliora la qualita dei prompt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Documenta meglio le iterazioni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B800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Fase 3: Presentazione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Prepara e condividi il tuo progetto — 15 min prep + 30 min pres.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Prepara la tua presentazione (5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Struttura della presentazione (MAX 5 minuti a persona):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IL PROBLEMA (30 sec):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'Nel mio lavoro, devo fare [TASK] [FREQUENZA].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Mi richiede circa [TEMPO] ogni volta.'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LA SOLUZIONE (1 min):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'Ho usato [TOOL 1] per [COSA] e [TOOL 2] per [COSA].'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Mostra i prompt chiave.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IL RISULTATO (1 min):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Mostra il deliverable prodotto.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'Ora questo task mi richiede [NUOVO TEMPO] invece di [VECCHIO].'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LEZIONI APPRESE (30 sec):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Cosa ha funzionato, cosa no, dove serve l'umano.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DOMANDA AL GRUPPO (30 sec).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Durante le presentazioni degli altri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Mentre ascolti i colleghi, prendi nota di: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Prompt che potresti riutilizzare nel TUO lavoro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Tool usati in modi a cui non avevi pensato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Workflow che potresti adattare al tuo contesto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Dopo ogni presentazione: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Fai una domanda o dai un feedback costruttivo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Vota il progetto (scheda valutazione peer)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REGOLA D'ORO: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Il valore piu grande di questa sessione non e il TUO progetto,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ma le idee che rubi dagli altri.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Il formatore raccogliera TUTTI i prompt presentati in un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documento condiviso: la vostra 'libreria di prompt di classe'.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C6FF3D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Quiz finale e certificazione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Verifica le competenze acquisite — 15 minuti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Quiz finale: formato e regole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20 domande in 15 minuti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Formato misto: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- 12 domande a scelta multipla (4 opzioni)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- 4 domande vero/falso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- 4 domande a risposta aperta breve (1-2 frasi)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Copertura: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Modulo 1-2: Fondamenti e prompt engineering (5 domande)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Modulo 3-4-5: Strumenti specifici (7 domande)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Modulo 6: Casi d'uso reali (4 domande)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Modulo 7: AI responsabile (4 domande)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Soglia di superamento: 60% (12/20)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NON e consentito usare strumenti AI durante il quiz!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Certificazione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Al completamento del corso (quiz + progetto) riceverai: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CERTIFICATO DI COMPLETAMENTO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'Corso AI Basics: Strumenti di Intelligenza Artificiale per Tutti'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Durata: 20 ore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Competenze: uso ChatGPT, Claude, modelli open source,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prompt engineering, AI responsabile, automazione workflow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Il certificato attesta che sai: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Usare i principali strumenti AI conversazionali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Scrivere prompt efficaci con tecniche strutturate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Scegliere lo strumento giusto per ogni task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Applicare l'AI in modo responsabile e consapevole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Integrare l'AI nel workflow lavorativo quotidiano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Chiusura del corso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Cosa portare a casa e prossimi passi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I vostri 'next step' dopo il corso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SETTIMANA 1: scegli UN task e automatizzalo con l'AI ogni giorno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Non cercare di cambiare tutto subito. Un task alla volta.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MESE 1: costruisci la tua libreria personale di prompt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Ogni prompt che funziona va salvato e categorizzato.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MESE 2-3: condividi con il team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Mostra ai colleghi cosa hai imparato. Diventa il 'referente AI'.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CONTINUO: resta aggiornato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L'AI evolve velocemente. Segui le novita principali.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Newsletter consigliate: The Rundown AI, AI Tool Report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Avete gli strumenti. Ora servono pratica e costanza.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Risorse per continuare a imparare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PRATICA QUOTIDIANA: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Usa ChatGPT o Claude per almeno 1 task al giorno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COMMUNITY: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r/ChatGPT e r/ClaudeAI su Reddit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Gruppi LinkedIn su AI e Prompt Engineering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APPROFONDIMENTO: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Documentazione ufficiale ChatGPT e Claude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OpenAI Cookbook (guide avanzate, gratuito)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Anthropic Prompt Library (esempi di prompt, gratuito)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TREND: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The Rundown AI (newsletter quotidiana)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AI Tool Report (novita strumenti)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Il miglior modo per imparare l'AI e... usare l'AI!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27432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RIEPILOGO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200" b="1" i="1">
                <a:solidFill>
                  <a:srgbClr val="FFFFFF"/>
                </a:solidFill>
                <a:latin typeface="Georgia"/>
              </a:defRPr>
            </a:pPr>
            <a:r>
              <a:t>Concetti chiave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6916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80015" cy="41148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Avete imparato cos'e l'AI e come funzionano gli LLM (Mod. 1)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Sapete scrivere prompt efficaci con tecniche strutturate (Mod. 2)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Padroneggiate ChatGPT, Claude e i modelli open source (Mod. 3-4-5)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Sapete applicare l'AI a casi d'uso reali del vostro lavoro (Mod. 6)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Conoscete rischi, limiti e regole per un uso responsabile (Mod. 7)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Avete realizzato un progetto concreto e portabile in ufficio (Mod.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Concetto chiave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GRAZIE!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L'intelligenza artificiale non sostituisce</a:t>
            </a:r>
            <a:br/>
            <a:r>
              <a:t>l'intelligenza umana.</a:t>
            </a:r>
            <a:br/>
            <a:r>
              <a:t>La amplifica.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Il futuro appartiene a chi sa collaborare con l'AI, non a chi la ignora o la teme.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011680"/>
            <a:ext cx="10180015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600" b="1" i="1">
                <a:solidFill>
                  <a:srgbClr val="FFFFFF"/>
                </a:solidFill>
                <a:latin typeface="Georgia"/>
              </a:defRPr>
            </a:pPr>
            <a:r>
              <a:t>Domande?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0312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180015" cy="7315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B5B5BC"/>
                </a:solidFill>
                <a:latin typeface="Calibri"/>
              </a:defRPr>
            </a:pPr>
            <a:r>
              <a:t>Non esistono domande stupide.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