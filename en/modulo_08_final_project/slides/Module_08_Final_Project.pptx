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8 OPENING</a:t>
            </a:r>
          </a:p>
          <a:p/>
          <a:p>
            <a:r>
              <a:t>· Introduce the module and its objectives</a:t>
            </a:r>
          </a:p>
          <a:p>
            <a:r>
              <a:t>· Verify everyone has access to the tools</a:t>
            </a:r>
          </a:p>
          <a:p>
            <a:r>
              <a:t>· Preview the structure: theory first, then hands-on</a:t>
            </a:r>
          </a:p>
          <a:p>
            <a:r>
              <a:t>· Suggested time: 2-3 minutes</a:t>
            </a:r>
          </a:p>
          <a:p/>
          <a:p>
            <a:r>
              <a:t>Opening question: 'Has anyone used AI tools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Walk through each agenda item briefly</a:t>
            </a:r>
          </a:p>
          <a:p>
            <a:r>
              <a:t>· Point out the hands-on labs and breaks</a:t>
            </a:r>
          </a:p>
          <a:p>
            <a:r>
              <a:t>· Ask if there are any particular expectations</a:t>
            </a:r>
          </a:p>
          <a:p>
            <a:r>
              <a:t>· Suggested time: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Final project objectives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IDENTIFY a real task that benefits from AI; 2. CHOOSE the right tools; 3. DESIGN effective prompts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project will be assessed on 5 criteria (each scored 1-5):; SCORE: ___/25     PASSING GRADE: 15/25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Project briefing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COMMUNICATION:; ANALYSIS:; PRODUCTIVITY: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Your project must include:; 1. PROJECT BRIEF (1 page):; 2. DOCUMENTED PROMPTS: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Phase 1: Design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PROJECT NAME: _______________________________________________; TASK: Which work activity do you want to automate?; _______________________________________________________________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For each step of the workflow, plan the prompt BEFORE sending it:; PROMPT 1 (Tool: ___________):; PROMPT 2 (Tool: ___________):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Phase 2: Execution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Now is the time to DO. Follow the plan and take notes on everything.; EXECUTION CHECKLIST:; WHILE WORKING, NOTE DOWN: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40 minutes go by quickly. Manage your time as follows:; IF YOU ARE STRUGGLING:; IF YOU FINISH EARLY: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Phase 3: Presentation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Presentation structure (MAX 5 minutes per person):; 1. THE PROBLEM (30 sec):; 2. THE SOLUTION (1 min):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While listening to your colleagues, take note of:; After each presentation:; GOLDEN RULE: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Final Quiz and Certification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20 questions in 15 minutes; Mixed format:; Coverage: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Upon completing the course (quiz + project) you will receive:; CERTIFICATE OF COMPLETION; The certificate attests that you can: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Course Closing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WEEK 1: choose ONE task and automate it with AI every day; MONTH 1: build your personal prompt library; MONTHS 2-3: share with your team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DAILY PRACTICE:; COMMUNITY:; DEEP DIVES: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RECAP</a:t>
            </a:r>
          </a:p>
          <a:p/>
          <a:p>
            <a:r>
              <a:t>· Go through each point quickly — DON'T re-explain everything</a:t>
            </a:r>
          </a:p>
          <a:p>
            <a:r>
              <a:t>· Ask: 'What concept stood out the most?'</a:t>
            </a:r>
          </a:p>
          <a:p>
            <a:r>
              <a:t>· Ask: 'Is there anything that's still unclear?'</a:t>
            </a:r>
          </a:p>
          <a:p>
            <a:r>
              <a:t>· If there are doubts, clarify now before moving on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· Open the floor: 'Any questions?'</a:t>
            </a:r>
          </a:p>
          <a:p>
            <a:r>
              <a:t>· If nobody asks, prompt with:</a:t>
            </a:r>
          </a:p>
          <a:p>
            <a:r>
              <a:t>  'Which tool do you think you'll use first at work?'</a:t>
            </a:r>
          </a:p>
          <a:p>
            <a:r>
              <a:t>· Manage time: max 5 minutes</a:t>
            </a:r>
          </a:p>
          <a:p>
            <a:r>
              <a:t>· If too many questions, offer to continue during the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Full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Module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Final Project and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  |  Duration: 2 hours  |  100% Hands-on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07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syllabus.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What we'll cover in this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Final project 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Briefing: what you need to deliver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Phase 1: workflow design (20 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Phase 2: building with AI (40 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Phase 3: presentation preparation (15 min)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Group presentations (30 min)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Final certification quiz (15 min)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Final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Demonstrate the skills you have acquired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Automate a real workflow</a:t>
            </a:r>
            <a:br/>
            <a:r>
              <a:t>from YOUR OWN job using at least</a:t>
            </a:r>
            <a:br/>
            <a:r>
              <a:t>2 different AI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Not a theoretical exercise: a deliverable you will take to the office on Monday morning.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What you will need to demonstrate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IDENTIFY a real task that benefits from 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Apply the framework: repetitive, text-based, structured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CHOOSE the right tools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At least 2 different tools (ChatGPT, Claude, HuggingChat, AI Studio)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Justify the choice: why THAT tool for THAT task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DESIGN effective prompts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Use the techniques learned (role, context, format, constraints)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PRODUCE a concrete deliverable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Something usable: template, procedure, report, analysis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CRITICALLY EVALUATE the result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What worked, what didn't, where human intervention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Evaluation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project will be assessed on 5 criteria (each scored 1-5):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RELEVANCE: is the chosen task genuinely useful for your work?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PROMPT ENGINEERING: are the prompts well structured?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(role, context, format, constraints, iteration)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MULTI-TOOL USAGE: did you use at least 2 different tools?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Did you justify your choice?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OUTPUT QUALITY: is the deliverable usable as-is?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CRITICAL THINKING: did you identify limitations, risks, and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where human intervention is required?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SCORE: ___/25     PASSING GRADE: 15/25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Project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What to build and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Project ideas to inspire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COMMUNICATION: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Kit of 10 email templates for your department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System for generating automatic weekly reports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Workflow for meeting minutes in 5 minutes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ANALYSIS: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Customer feedback analysis dashboard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Sales data analysis report with charts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Automatic pre-meeting client briefing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PRODUCTIVITY: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SOP for a process on your team (with checklist)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Onboarding kit for new hires in your department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Prompt library for your specific role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STRATEGY: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SWOT analysis of your product/service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Decision matrix for a choice currently under consideration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Deliverable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Your project must include: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PROJECT BRIEF (1 page):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Chosen task and motivation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AI tools used and why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Estimated time: with AI vs without 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DOCUMENTED PROMPTS: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prompts used, with the technique applied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iterations made and why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FINAL DELIVERABLE: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concrete output produced (template, report, analysis...)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CRITICAL EVALUATION (5 lines):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What worked and what didn't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Where human intervention is necessary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How you would use it in your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Phase 1: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Define your AI workflow — 20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Fill in the project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PROJECT NAME: 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TASK: Which work activity do you want to automate?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_______________________________________________________________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WHY: How much time does it take today? How often do you do it?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_______________________________________________________________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TOOL 1: ________________  Why: ________________________________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TOOL 2: ________________  Why: 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EXPECTED OUTPUT: what will the project produce?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_______________________________________________________________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Have the trainer validate your brief before proceeding.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Design the prompts (before writing them!)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step of the workflow, plan the prompt BEFORE sending it: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1 (Tool: ___________):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Objective: _________________________________________________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Technique: [ ] Role [ ] Few-shot [ ] CoT [ ] Structured output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Draft: 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2 (Tool: ___________):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Objective: _________________________________________________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Technique: ___________________________________________________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Draft: 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3 (optional follow-up / iteration):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Objective: 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Planning FIRST and executing AFTER yields better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Phase 2: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Put your workflows into practice — 40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Execute your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Now is the time to DO. Follow the plan and take notes on everything.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EXECUTION CHECKLIST: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I opened Tool 1 and sent Prompt 1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I evaluated the response: satisfactory? Needs iteration?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I iterated the prompt if necessary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I opened Tool 2 and sent Prompt 2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I combined the results from both tools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I reviewed the final output with a critical eye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I saved the prompts and results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WHILE WORKING, NOTE DOWN: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Pleasant surprises: what worked better than expected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Problems: where you had to change your approach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Human intervention: what you corrected or added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Time management tips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40 minutes go by quickly. Manage your time as follows: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0-10 min: Execute the first prompt, evaluate, iterate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10-20 min: Move to the second tool, second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20-30 min: Combine the results, review the output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30-40 min: Complete the critical evaluation, finalize the deliverable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IF YOU ARE STRUGGLING: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Simplify: reduce the scope, do fewer things but do them well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Ask: the trainer or your colleagues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Switch tools: if one isn't working, try the other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IF YOU FINISH EARLY: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Add a third tool for comparison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Improve the quality of your prompts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Document the iterations more thoroughly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Phase 3: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Prepare and share your project — 15 min prep + 30 min pres.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Prepare your presentation (5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Presentation structure (MAX 5 minutes per person):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THE PROBLEM (30 sec):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'In my job, I have to do [TASK] [FREQUENCY].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It takes me about [TIME] each time.'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THE SOLUTION (1 min):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 used [TOOL 1] for [PURPOSE] and [TOOL 2] for [PURPOSE].'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Show the key prompts.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THE RESULT (1 min):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Show the deliverable produced.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'Now this task takes me [NEW TIME] instead of [OLD TIME].'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LESSONS LEARNED (30 sec):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What worked, what didn't, where human input is needed.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QUESTION FOR THE GROUP (30 sec).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During other people's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While listening to your colleagues, take note of: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Prompts you could reuse in YOUR work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Tools used in ways you hadn't thought of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Workflows you could adapt to your context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After each presentation: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Ask a question or give constructive feedback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Rate the project (peer evaluation form)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GOLDEN RULE: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greatest value of this session is not YOUR project,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but the ideas you borrow from others.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The trainer will collect ALL presented prompts into 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shared document: your 'class prompt library'.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Final Quiz and Certification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Verify the skills acquired — 15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Final quiz: format and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 questions in 15 minutes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Mixed format: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- 12 multiple-choice questions (4 options)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- 4 true/false questions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- 4 short open-answer questions (1-2 sentences)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Coverage: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Modules 1-2: Foundations and prompt engineering (5 questions)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Modules 3-4-5: Specific tools (7 questions)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Module 6: Real-world use cases (4 questions)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Module 7: Responsible AI (4 questions)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Passing threshold: 60% (12/20)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Using AI tools during the quiz is NOT permitted!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Certification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Upon completing the course (quiz + project) you will receive: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CERTIFICATE OF COMPLETION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'AI Basics Course: Artificial Intelligence Tools for Everyone'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Duration: 20 hours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Skills: using ChatGPT, Claude, open-source models,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prompt engineering, responsible AI, workflow automation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certificate attests that you can: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Use the main conversational AI tools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Write effective prompts using structured techniques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Choose the right tool for each task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Apply AI responsibly and consciously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Integrate AI into your daily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Course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What to take away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Your next steps after the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WEEK 1: choose ONE task and automate it with AI every day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Don't try to change everything at once. One task at a time.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MONTH 1: build your personal prompt library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Every prompt that works should be saved and categorized.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MONTHS 2-3: share with your team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Show your colleagues what you have learned. Become the 'AI go-to person'.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ONGOING: stay up to date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AI evolves rapidly. Follow the major developments.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Recommended newsletters: The Rundown AI, AI Tool Report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You have the tools. Now you need practice and consistency.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Resources to keep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DAILY PRACTICE: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Use ChatGPT or Claude for at least 1 task per day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COMMUNITY: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r/ChatGPT and r/ClaudeAI on Reddit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LinkedIn groups on AI and Prompt Engineering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DEEP DIVES: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Official ChatGPT and Claude documentation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OpenAI Cookbook (advanced guides, free)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Anthropic Prompt Library (prompt examples, free)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TRENDS: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Rundown AI (daily newsletter)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AI Tool Report (tool news)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The best way to learn AI is... to use AI!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You have learned what AI is and how LLMs work (Mod. 1)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You know how to write effective prompts with structured techniques (Mod. 2)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You are proficient with ChatGPT, Claude, and open-source models (Mod. 3-4-5)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You know how to apply AI to real-world use cases in your work (Mod. 6)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You understand the risks, limits, and rules for responsible use (Mod. 7)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You have completed a concrete project you can take to the office (Mod.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Artificial intelligence does not replace</a:t>
            </a:r>
            <a:br/>
            <a:r>
              <a:t>human intelligence.</a:t>
            </a:r>
            <a:br/>
            <a:r>
              <a:t>It amplifies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The future belongs to those who know how to collaborate with AI, not to those who ignore or fear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There are no stupid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