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MODULO 4</a:t>
            </a:r>
          </a:p>
          <a:p/>
          <a:p>
            <a:r>
              <a:t>· Presenta il modulo e gli obiettivi</a:t>
            </a:r>
          </a:p>
          <a:p>
            <a:r>
              <a:t>· Verifica che tutti abbiano accesso agli strumenti</a:t>
            </a:r>
          </a:p>
          <a:p>
            <a:r>
              <a:t>· Anticipa la struttura: prima la teoria, poi la pratica</a:t>
            </a:r>
          </a:p>
          <a:p>
            <a:r>
              <a:t>· Tempo suggerito: 2-3 minuti</a:t>
            </a:r>
          </a:p>
          <a:p/>
          <a:p>
            <a:r>
              <a:t>Domanda di apertura: 'Qualcuno di voi ha gia usato strumenti AI questa settimana?'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Scorri brevemente ogni punto dell'agenda</a:t>
            </a:r>
          </a:p>
          <a:p>
            <a:r>
              <a:t>· Indica i momenti pratici (lab) e le pause</a:t>
            </a:r>
          </a:p>
          <a:p>
            <a:r>
              <a:t>· Chiedi se ci sono aspettative particolari</a:t>
            </a:r>
          </a:p>
          <a:p>
            <a:r>
              <a:t>· Tempo suggerito: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Anthropic e Claude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Fondata nel 2021 da ex-ricercatori di OpenAI (Dario e Daniela Amodei); Missione: costruire AI affidabile, interpretabile e guidabile; Differenza chiave rispetto a OpenAI: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Claude Opus — Il piu potente; Claude Sonnet — Il bilanciato (modello di default); Claude Haiku — Il velocissimo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TABELLA: Corso AI Basics</a:t>
            </a:r>
          </a:p>
          <a:p/>
          <a:p>
            <a:r>
              <a:t>· Non leggere tutta la tabella — evidenzia 2-3 righe chiave</a:t>
            </a:r>
          </a:p>
          <a:p>
            <a:r>
              <a:t>· Chiedi ai partecipanti di trovare il dato piu sorprendente</a:t>
            </a:r>
          </a:p>
          <a:p>
            <a:r>
              <a:t>· Lascia la tabella visibile qualche secondo per la lettura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BARRA LATERALE SINISTRA; AREA CENTRALE; Design piu pulito e meno 'affollato' rispetto a ChatGPT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Le feature distintive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Artifacts e la feature piu innovativa di Claude; Cos'e: un pannello laterale che mostra output INTERATTIVI; Come attivarlo: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DOCUMENTI: 'Crea un documento formattato con indice per...'; CALCOLATORI: 'Crea un calcolatore interattivo per [formula]'; DASHBOARD: 'Crea una dashboard HTML che visualizzi questi dati...'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Projects permette di creare 'spazi di lavoro' dedicati; Ogni progetto contiene:; Esempio pratico: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Upload e analisi file (come ChatGPT, ma con alcune differenze):; Punti di forza di Claude nell'analisi documenti:; Analisi immagini: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Claude ha uno stile riconoscibile e diverso da ChatGPT:; ONESTA: ammette quando non sa qualcosa; STRUTTURA: risposte molto ben organizzate di default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Claude vs ChatGPT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CONFRONTO: Corso AI Basics</a:t>
            </a:r>
          </a:p>
          <a:p/>
          <a:p>
            <a:r>
              <a:t>· Presenta prima il lato sinistro, poi il destro</a:t>
            </a:r>
          </a:p>
          <a:p>
            <a:r>
              <a:t>· Evidenzia le differenze chiave</a:t>
            </a:r>
          </a:p>
          <a:p>
            <a:r>
              <a:t>· Chiedi ai partecipanti quale preferiscono e perche</a:t>
            </a:r>
          </a:p>
          <a:p>
            <a:r>
              <a:t>· Non schierarti: il messaggio e 'dipende dal contesto'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Scegli Claude quando:; In sintesi: Claude e ideale per lavoro strutturato,; analisi approfondite e produzione di documenti.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Scegli ChatGPT quando:; In sintesi: ChatGPT e ideale per attivita varie,; ricerca web, immagini e uso generico.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1: Analisi documento lungo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Materiale: un documento lungo (10+ pagine); Step 1: Carica il documento su claude.ai; Step 2: Prompt iniziale: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Dopo l'analisi iniziale, fai domande progressivamente piu specifiche:; Livello 1 (comprensione generale):; Livello 2 (ricerca specifica):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Se il tempo lo permette, carica lo stesso documento su ChatGPT; e fai le stesse domande.; Confronta: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2: Artifacts interattivi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Chiedi a Claude:; Osserva:; Esercizio extra: 'Trasforma questo artifact in una email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Chiedi a Claude:; Prova ad usare il calcolatore: funziona? I calcoli sono corretti?; Se qualcosa non va: 'Il calcolo del campo X e sbagliato,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Chiedi a Claude:; Itera: 'Cambia i colori in [palette]'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3: Confronto diretto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Scegli UN task complesso e invia lo STESSO prompt a Claude e ChatGPT; Task suggeriti:; Invia lo STESSO prompt, parola per parola, a entrambi.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TABELLA: Corso AI Basics</a:t>
            </a:r>
          </a:p>
          <a:p/>
          <a:p>
            <a:r>
              <a:t>· Non leggere tutta la tabella — evidenzia 2-3 righe chiave</a:t>
            </a:r>
          </a:p>
          <a:p>
            <a:r>
              <a:t>· Chiedi ai partecipanti di trovare il dato piu sorprendente</a:t>
            </a:r>
          </a:p>
          <a:p>
            <a:r>
              <a:t>· Lascia la tabella visibile qualche secondo per la lettura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4: Projects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Step 1: Nella barra laterale, clicca '+ Nuovo progetto'; Step 2: Dai un nome al progetto (es: 'Report settimanale vendite'); Step 3: Scrivi le istruzioni personalizzate: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Una volta configurato, ogni nuova chat nel progetto:; Esempio di workflow: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REPORT RICORRENTI: report settimanali/mensili con formato fisso; ASSISTENTE PROGETTO: un AI dedicata a un progetto specifico; BASE DI CONOSCENZA: FAQ e procedure del tuo team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USA ARTIFACTS per qualsiasi output strutturato o visuale; 2. PROJECTS per tutto cio che e ricorrente (report, analisi, scrittura); 3. SPECIFICA IL FORMATO: Claude e eccellente nel rispettarlo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MODULO</a:t>
            </a:r>
          </a:p>
          <a:p/>
          <a:p>
            <a:r>
              <a:t>· Scorri ogni punto rapidamente — NON rispiegare tutto</a:t>
            </a:r>
          </a:p>
          <a:p>
            <a:r>
              <a:t>· Chiedi: 'Qual e il concetto che vi ha colpito di piu?'</a:t>
            </a:r>
          </a:p>
          <a:p>
            <a:r>
              <a:t>· Chiedi: 'C'e qualcosa che non e chiaro?'</a:t>
            </a:r>
          </a:p>
          <a:p>
            <a:r>
              <a:t>· Se ci sono dubbi, chiarisci ora prima di proseguire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ANTEPRIMA PROSSIMO MODULO</a:t>
            </a:r>
          </a:p>
          <a:p/>
          <a:p>
            <a:r>
              <a:t>· Presenta brevemente cosa si vedra dopo</a:t>
            </a:r>
          </a:p>
          <a:p>
            <a:r>
              <a:t>· Crea curiosita senza anticipare troppo</a:t>
            </a:r>
          </a:p>
          <a:p>
            <a:r>
              <a:t>· Annuncia la pausa se prevista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SESSIONE DOMANDE</a:t>
            </a:r>
          </a:p>
          <a:p/>
          <a:p>
            <a:r>
              <a:t>· Apri il microfono: 'Ci sono domande?'</a:t>
            </a:r>
          </a:p>
          <a:p>
            <a:r>
              <a:t>· Se nessuno chiede, proponi una domanda stimolo:</a:t>
            </a:r>
          </a:p>
          <a:p>
            <a:r>
              <a:t>  'Quale strumento pensate di usare per primo nel vostro lavoro?'</a:t>
            </a:r>
          </a:p>
          <a:p>
            <a:r>
              <a:t>· Gestisci il tempo: max 5 minuti</a:t>
            </a:r>
          </a:p>
          <a:p>
            <a:r>
              <a:t>· Se le domande sono troppe, offri di rispondere durante la pausa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Corso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Modulo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Claude: il rivale che devi conoscere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  |  Durata: 3 ore  |  0.5h Teoria + 2.5h Laboratorio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08 punti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programma.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Cosa vedremo in questo modulo.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Anthropic: chi c'e dietro Claude e perche e diverso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I modelli Claude: Opus, Sonnet, Haiku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Le feature distintive: contesto lungo, Artifacts, Projects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Claude vs ChatGPT: punti di forza a confronto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1: analisi di un documento lungo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2: creare Artifacts interattivi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3: confronto diretto Claude vs ChatGPT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Anthropic e Claude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L'azienda, la filosofia e i modelli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Chi e Anthropic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Fondata nel 2021 da ex-ricercatori di OpenAI (Dario e Daniela Amodei)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Missione: costruire AI affidabile, interpretabile e guidabile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Differenza chiave rispetto a OpenAI: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OpenAI: 'Muoviamoci velocemente, l'AI e troppo importante per rallentare'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Anthropic: 'Muoviamoci in modo responsabile, la sicurezza prima di tutto'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Finanziata da Google, Amazon e altri per oltre 7 miliardi di dollari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Sede: San Francisco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 e l'unico prodotto consumer di Anthropic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Il nome viene da Claude Shannon, padre della teoria dell'informazione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LA FILOSOFIA DI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Constitutional AI:</a:t>
            </a:r>
            <a:br/>
            <a:r>
              <a:t>il modello segue un insieme di principi etici</a:t>
            </a:r>
            <a:br/>
            <a:r>
              <a:t>definiti esplicitamente, non solo feedback umano.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Risultato: Claude tende a essere piu prudente, onesto e strutturato nelle risposte.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 modelli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 Opus — Il piu potente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Ragionamento complesso, analisi approfondite, compiti difficili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Piu lento e costoso, ma qualita superiore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 Sonnet — Il bilanciato (modello di default)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Ottimo rapporto qualita/velocita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Ideale per la maggior parte degli usi quotidiani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 Haiku — Il velocissimo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Risposte quasi istantanee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Ideale per compiti semplici e rapidi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Tutti e tre i modelli condividono: contesto da 200K token,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analisi immagini e file, stile di risposta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Piani e prezzi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Caratteristica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 (20$/mese)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 (25$/mese/utente)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Modello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Sonnet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Sonnet + Opus + Haiku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Sonnet + Opus + Haiku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Messaggi giornalieri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Limitati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5x rispetto a Free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Ancora di piu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Contesto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200K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200K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200K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Artifacts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 (limitato)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 (condivisi)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Upload file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Privacy dati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Possibile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 addestramento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 addestramento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L'interfaccia Claude.ai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BARRA LATERALE SINISTRA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Nuova chat (icona +)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Recenti: storico conversazioni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Projects: i tuoi progetti organizzati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Stella: conversazioni preferite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AREA CENTRALE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Chat pulita e minimale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Selezione modello in alto (Opus / Sonnet / Haiku)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Icona allegato per upload file e immagini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Pannello Artifact a destra (quando attivo)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Design piu pulito e meno 'affollato' rispetto a ChatGPT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Le feature distintive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Cosa rende Claude diverso dagli altri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CONTESTO LUNGO: 200.000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Claude puo analizzare in una singola conversazione</a:t>
            </a:r>
            <a:br/>
            <a:r>
              <a:t>circa 500 pagine di testo.</a:t>
            </a:r>
            <a:br/>
            <a:r>
              <a:t>Per confronto: ChatGPT Free ne gestisce circa 100.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Ideale per: analisi contratti, report lunghi, manuali, codice sorgente completo.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Artifacts: output interattivi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Artifacts e la feature piu innovativa di Claude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Cos'e: un pannello laterale che mostra output INTERATTIVI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Documenti formattati (Markdown)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Codice con syntax highlighting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Pagine HTML/CSS interattive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Grafici SVG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Diagrammi e flowchart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Applicazioni web semplici (calcolatori, quiz, dashboard)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Come attivarlo: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Chiedi qualcosa che si presta a un output strutturato.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Claude decide autonomamente quando creare un Artifact.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Oppure: 'Crea un artifact con...'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Tipi di Artifact piu utili per il lavoro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DOCUMENTI: 'Crea un documento formattato con indice per...'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Perfetto per: report, procedure, manuali, verbali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CALCOLATORI: 'Crea un calcolatore interattivo per [formula]'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Perfetto per: preventivi, ROI, conversioni, stime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DASHBOARD: 'Crea una dashboard HTML che visualizzi questi dati...'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Perfetto per: visualizzazioni dati, KPI, panoramiche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DIAGRAMMI: 'Crea un diagramma di flusso del processo...'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Perfetto per: workflow, procedure, organigrammi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Puoi scaricare ogni Artifact, copiarlo o condividerlo via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Projects: organizzare il lavoro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Projects permette di creare 'spazi di lavoro' dedicati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Ogni progetto contiene: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Istruzioni personalizzate (system prompt specifico)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Documenti di contesto (upload file permanenti)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Cronologia delle chat relative al progetto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Esempio pratico: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Progetto: 'Report Mensile Marketing'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Istruzioni: 'Sei un analista marketing. Usa i dati dei file allegati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 rispondere. Formato: executive summary + dettaglio.'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File: template report, dati mese precedente, brand guidelines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Ogni nuova chat nel progetto ha GIA tutto il contesto necessario!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Analisi documenti e immagini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Upload e analisi file (come ChatGPT, ma con alcune differenze):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PDF, documenti, fogli di calcolo, immagini, codice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La finestra da 200K token permette documenti molto piu lunghi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Punti di forza di Claude nell'analisi documenti: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Segue le istruzioni in modo piu fedele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Struttura le risposte con maggiore precisione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Gestisce meglio documenti con struttura complessa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Cita le parti rilevanti del documento nelle risposte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Analisi immagini: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Legge e interpreta grafici, tabelle, screenshot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Estrae testo da immagini (OCR)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NON genera immagini (a differenza di ChatGPT)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Lo stile di risposta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 ha uno stile riconoscibile e diverso da ChatGPT: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ONESTA: ammette quando non sa qualcosa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'Non ho informazioni sufficienti per rispondere con certezza'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STRUTTURA: risposte molto ben organizzate di default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Header, liste, sezioni chiare senza doverlo chiedere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CONCISIONE: tendenzialmente meno verboso di ChatGPT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Va al punto senza preamboli eccessivi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PRUDENZA: piu conservativo su affermazioni incerte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Meno allucinazioni, piu disclamer quando appropriato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LETTERALITA: segue le istruzioni del prompt alla lettera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Rispetta formato, lunghezza, vincoli piu fedelmente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Claude vs ChatGPT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Non e una gara: e una scelta consapevole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Punti di forza a confronto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Claude eccelle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Analisi documenti lunghi (200K token)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Fedeltà alle istruzioni del prompt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Artifacts: output interattivi e visuali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Projects: organizzazione del lavoro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Qualita della scrittura e struttura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Onesta (ammette quando non sa)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Coding e ragionamento logico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ChatGPT eccelle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Generazione immagini (DALL-E)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Navigazione web integrata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Ecosistema GPTs vastissimo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Code Interpreter per analisi dati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Memory tra conversazioni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Modalita voce avanzata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Community e risorse 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Quando scegliere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Scegli Claude quando: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Devi analizzare documenti lunghi (contratti, manuali, report)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Ti serve una risposta molto strutturata e precisa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Vuoi creare output interattivi (Artifacts)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Lavori su un progetto con contesto fisso (Projects)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Ti serve qualita nella scrittura (tono, stile, struttura)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Vuoi risposte oneste ('non lo so' invece di inventare)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Devi scrivere o analizzare codice complesso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 sintesi: Claude e ideale per lavoro strutturato,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analisi approfondite e produzione di documenti.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Quando scegliere ChatGPT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Scegli ChatGPT quando: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Ti servono immagini (DALL-E)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Devi cercare informazioni aggiornate online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Vuoi un GPT specializzato dalla community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Hai bisogno di analisi dati con grafici (Code Interpreter)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Vuoi usare la modalita voce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Ti serve uno strumento 'tuttofare' generico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Cerchi la community e le risorse piu ampie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 sintesi: ChatGPT e ideale per attivita varie,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ricerca web, immagini e uso generico.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1: Analisi documento lungo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Sfruttare la finestra di contesto da 200K token —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Esercizio: caricare e interrogare un documento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Materiale: un documento lungo (10+ pagine)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Suggerimento: usa un regolamento, manuale, contratto o report pubblico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(scaricabile da siti istituzionali, niente dati riservati!)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1: Carica il documento su claude.ai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2: Prompt iniziale: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'Ho caricato un documento di [N] pagine su [ARGOMENTO].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Prima di tutto, dimmi di cosa tratta e qual e la sua struttura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(sezioni principali con breve descrizione di ciascuna).'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3: Lascia che Claude analizzi. Osserva la qualita della sintesi.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Domande mirate sul documento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Dopo l'analisi iniziale, fai domande progressivamente piu specifiche: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Livello 1 (comprensione generale):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'Quali sono i 5 punti piu importanti di questo documento?'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Livello 2 (ricerca specifica):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'Cosa dice il documento riguardo [argomento specifico]?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Cita i passaggi rilevanti.'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Livello 3 (analisi critica):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'Ci sono contraddizioni o ambiguita nel documento?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Evidenzia eventuali lacune o punti poco chiari.'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Livello 4 (applicazione):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'Basandoti su questo documento, crea una checklist operativa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di 10 punti per [ruolo/attivita].'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Confronto: stesso documento su ChatGPT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 il tempo lo permette, carica lo stesso documento su ChatGPT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 fai le stesse domande.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Confronta: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Quale ha compreso meglio la struttura del documento?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Quale ha risposto meglio alle domande specifiche?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Quale ha citato i passaggi in modo piu preciso?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Quale ha gestito meglio le domande critiche?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Di solito noterai: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Claude: piu preciso nelle citazioni, piu strutturato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ChatGPT: piu discorsivo, a volte piu creativo nelle interpretazioni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2: Artifacts interattivi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Creare output visuali e funzionali —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1: documento formattato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Chiedi a Claude: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 un artifact con un documento formattato: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Titolo: Guida rapida all'uso dell'AI nel nostro team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Sezioni: Strumenti approvati, Regole d'uso, 5 prompt utili,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FAQ (5 domande). Formato professionale con indice.'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Osserva: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L'artifact si apre nel pannello laterale destro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Puoi copiare, scaricare o modificare il contenuto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Puoi chiedere modifiche: 'Aggiungi una sezione su...'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Esercizio extra: 'Trasforma questo artifact in una email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da inviare al team per annunciare queste linee guida'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2: calcolatore interattivo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Chiedi a Claude: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 un artifact HTML con un calcolatore interattivo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 [SCEGLI UNO]: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a) Calcolo del ROI di un progetto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b) Preventivo per un servizio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c) Conversione unita di misura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d) Calcolatore di scadenze/timeline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Deve avere: campi di input, pulsante Calcola,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area risultati con spiegazione. Design pulito e moderno.'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Prova ad usare il calcolatore: funziona? I calcoli sono corretti?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 qualcosa non va: 'Il calcolo del campo X e sbagliato,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la formula corretta e [FORMULA]'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3: dashboard dati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Chiedi a Claude: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 un artifact HTML con una dashboard che visualizzi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questi dati di vendita trimestrali: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Q1: 150K, Q2: 180K, Q3: 165K, Q4: 210K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Prodotto A: 40%, Prodotto B: 35%, Prodotto C: 25%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Includi: grafico a barre per trimestri, grafico a torta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 prodotti, indicatore di crescita anno su anno,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tabella riepilogativa. Design moderno con colori coerenti.'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Itera: 'Cambia i colori in [palette]'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'Aggiungi un campo per inserire i dati del prossimo trimestre'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C6FF3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3: Confronto diretto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Stesso task, due strumenti, risultati diversi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Esercizio: test comparativo strutturato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Scegli UN task complesso e invia lo STESSO prompt a Claude e ChatGPT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Task suggeriti: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A. 'Analizza i pro e contro del lavoro da remoto per un'azienda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di 50 persone. Crea un report di 1 pagina con raccomandazione.'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B. 'Scrivi una proposta commerciale per un servizio di consulenza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AI rivolto a PMI italiane. Max 2 pagine, tono professionale.'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C. 'Crea un piano di onboarding di 30 giorni per un nuovo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dipendente nel reparto marketing. Tabella settimana per settimana.'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Invia lo STESSO prompt, parola per parola, a entrambi.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Scheda confronto (compilala!)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Migliore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Aderenza al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Struttura e formattazione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Qualita del contenuto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Concisione vs verbosita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Originalita delle idee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Accuratezza dei fatti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Tono e stile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4: Projects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Organizzare il lavoro con contesto persistente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Creare un progetto su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1: Nella barra laterale, clicca '+ Nuovo progetto'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2: Dai un nome al progetto (es: 'Report settimanale vendite')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3: Scrivi le istruzioni personalizzate: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Esempio: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'Sei un analista di vendite per un'azienda di [settore].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Quando ti invio dati, analizzali e crea un report con: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Riepilogo performance (3 righe)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Top 3 prodotti per crescita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Segnali di allarme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- 2 azioni suggerite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Formato: bullet point, tono professionale, max 1 pagina.'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4: Carica file di contesto (template, dati storici, KPI)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Lavorare nel contesto del progetto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Una volta configurato, ogni nuova chat nel progetto: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Conosce GIA le istruzioni e i file caricati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Non devi ripetere il contesto ogni volta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Puo fare riferimento ai documenti caricati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Esempio di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Lunedi: 'Ecco i dati di questa settimana [incolla]. Analizza.'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Claude produce il report nel formato definito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Martedi: 'Confronta con la settimana scorsa [incolla].'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Claude sa gia il formato e il contesto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Venerdi: 'Crea il riepilogo settimanale per il management.'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Claude conosce tutti i dati della settimana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Idee per Projects utili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REPORT RICORRENTI: report settimanali/mensili con formato fisso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Carica: template, KPI target, dati storici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ASSISTENTE PROGETTO: un AI dedicata a un progetto specifico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Carica: brief, timeline, documenti di riferimento, stakeholder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BASE DI CONOSCENZA: FAQ e procedure del tuo team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Carica: manuali, procedure, regolamenti interni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SCRITTURA BRAND: contenuti coerenti con il tono aziendale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Carica: brand guidelines, esempi di comunicazione, tone of voice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Un buon progetto si configura una volta e si usa per mesi!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Tips &amp; tricks per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USA ARTIFACTS per qualsiasi output strutturato o visuale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PROJECTS per tutto cio che e ricorrente (report, analisi, scrittura)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SPECIFICA IL FORMATO: Claude e eccellente nel rispettarlo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DOCUMENTI LUNGHI: Claude e il migliore per analisi di contratti/manuali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SCEGLI IL MODELLO: Haiku per domande rapide, Sonnet per uso quotidiano,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Opus per analisi complesse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CHIEDI DI CITARE: 'Cita i passaggi rilevanti dal documento'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7. ITERA GLI ARTIFACTS: puoi perfezionarli con feedback specifici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8. NON GENERA IMMAGINI: per visual, crea l'artifact e usa DALL-E per le foto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RIEPILOGO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Concetti chiave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Claude e costruito sulla filosofia 'AI sicura' di Anthropic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Tre modelli: Opus (potente), Sonnet (bilanciato), Haiku (veloce)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Contesto da 200K token: ideale per documenti lunghi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Artifacts: output interattivi unici nel panorama (calcolatori, dashboard, documenti)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Projects: spazi di lavoro con contesto persistente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Claude e ChatGPT hanno punti di forza diversi — usa entrambi strategicamente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PROSSIMO MODULO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Modulo 5: Modelli Open Source</a:t>
            </a:r>
            <a:br/>
            <a:r>
              <a:t>Alternative libere e gratuite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Domande?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Non esistono domande stupide.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