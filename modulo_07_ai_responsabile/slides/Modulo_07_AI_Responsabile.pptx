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7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Allucinazioni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Un avvocato USA ha citato in tribunale 6 sentenze inventate da ChatGPT; ChatGPT ha inventato articoli scientifici con DOI e autori inesistenti; Modelli AI hanno generato biografie con fatti mai accaduti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Il modello NON accede a un database di fatti; 2. Addestrato per essere FLUENTE, non necessariamente ACCURATO; 3. Non distingue tra 'so' e 'non so'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SEGNALI D'ALLARME:; Dettagli troppo specifici su fatti verificabili; Risposta troppo sicura su argomenti controversi o di nicchia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VERIFICA INCROCIATA: confronta la risposta con fonti affidabili; 2. CHIEDI LE FONTI: 'Cita le fonti di queste informazioni'; 3. CHIEDI DUE VOLTE: rifai la stessa domanda in una nuova chat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Bias e equita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DAI DATI DI ADDESTRAMENTO; 2. DA CHI SELEZIONA I DATI; 3. DAI FEEDBACK UMANI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Amazon: sistema di screening CV penalizzava candidature femminili; Generazione immagini: 'CEO' genera prevalentemente uomini bianchi; Traduzione: lingue con genere neutro tradotte con stereotipi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CONSAPEVOLEZZA: sapere che il bias esiste e il primo passo; 2. PROMPT INCLUSIVI: evita di specificare genere/etnia quando non serve; 3. VERIFICA GLI OUTPUT: se l'AI produce liste di nomi, profili, esempi,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Privacy e dati sensibili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Quando inserisci testo in ChatGPT, Claude o altri strumenti:; 1. I dati vengono INVIATI ai server del provider (USA o Europa); 2. Possono essere USATI PER ADDESTRARE il modello (dipende dal piano)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DATI PERSONALI IDENTIFICATIVI; DATI AZIENDALI RISERVATI; DATI DEI CLIENTI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GDPR (Regolamento Generale sulla Protezione dei Dati) si applica anche all'AI; Punti chiave:; &gt;&gt;&gt; In caso di dubbio, consulta il DPO (Data Protection Officer)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ANONIMIZZA: sostituisci nomi reali con fittizi prima di incollare; 2. GENERALIZZA: rimuovi dettagli identificativi non necessari; 3. SEGMENTA: invia solo la porzione di dati strettamente necessaria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Copyright e proprieta intellettuale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La situazione legale e ancora IN EVOLUZIONE a livello globale; Posizioni attuali:; In pratica per l'uso aziendale: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PLAGIO INVOLONTARIO: il modello puo riprodurre testi protetti; 2. MARCHI E LOGHI: non usare l'AI per creare loghi simili a marchi esistenti; 3. ATTRIBUZIONE: se usi AI per scrivere articoli/report ufficiali,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Non pubblicare output AI senza revisione e modifica umana; 2. Verifica sempre che l'output non sia troppo simile a fonti note; 3. Quando richiesto, dichiara l'uso dell'AI nella creazione del contenuto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EU AI Act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L'AI Act classifica i sistemi AI in 4 livelli di rischio:; RISCHIO INACCETTABILE (VIETATO); RISCHIO ALTO (REGOLAMENTATO)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Cosa cambia per chi USA l'AI in azienda (non solo chi la produce):; 1. TRASPARENZA: devi informare quando un contenuto e generato dall'AI; 2. SUPERVISIONE UMANA: decisioni ad alto impatto richiedono revisione umana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Laboratorio pratico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Senza una policy chiara, ogni dipendente decide da solo:; Una policy aziendale: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SCOPO E AMBITO: a chi si applica, per quali attivita; 2. STRUMENTI AUTORIZZATI: lista dei tool approvati e piani consentiti; 3. DATI VIETATI: elenco chiaro di cosa NON inserire nell'AI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In gruppi di 2-3 persone:; 1. Scegliete un'azienda tipo (la vostra o una fittizia); 2. Usate il template della slide precedente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Dopo le presentazioni, discutiamo insieme:; - Quali elementi sono COMUNI a tutte le policy?; - Quali differenze sono emerse tra settori diversi?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AI Responsabile: limiti, rischi e buone pratiche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2 ore  |  1.5h Teoria + 0.5h Laboratorio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07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Allucinazioni: il rischio numero uno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Bias e equita: quando l'AI discrimina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Privacy e dati sensibili: cosa NON dare all'AI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Copyright e proprieta intellettuale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EU AI Act: la normativa europea (cenni)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Lab: creare una policy aziendale per l'uso dell'AI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Riepilogo e domande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Allucinazioni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Quando l'AI inventa con sicurezza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Un'allucinazione e una risposta dell'AI che suona</a:t>
            </a:r>
            <a:br/>
            <a:r>
              <a:t>plausibile e sicura, ma e parzialmente</a:t>
            </a:r>
            <a:br/>
            <a:r>
              <a:t>o completamente FALSA.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Il modello non 'sa' di star inventando. Per lui, sta semplicemente generando testo probabile.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Esempi reali di allucinazioni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 avvocato USA ha citato in tribunale 6 sentenze inventate da ChatGPT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Nessuna delle sentenze esisteva. E stato sanzionato dal giudice.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ha inventato articoli scientifici con DOI e autori inesistenti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Formato perfetto, contenuto completamente falso.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Modelli AI hanno generato biografie con fatti mai accaduti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Date, luoghi e dettagli plausibili ma inventati.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Google Bard ha affermato che il telescopio James Webb ha scattato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la prima foto di un esopianeta (falso, era stato SPHERE/VLT).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Errore nella demo di lancio, ha causato perdita di valore in borsa.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Perche accadono le allucinazioni?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Il modello NON accede a un database di fatti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Genera testo statisticamente probabile, non 'cerca' la verita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Addestrato per essere FLUENTE, non necessariamente ACCURATO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Un testo fluente e convincente non e per forza corretto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Non distingue tra 'so' e 'non so'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Non ha un meccanismo di 'incertezza' naturale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Pattern di addestramento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ha visto molti testi con un certo pattern, lo riproduce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anche quando i dettagli specifici sono inventati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Come riconoscere le allucinazioni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SEGNALI D'ALLARME: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Dettagli troppo specifici su fatti verificabili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(date, nomi, numeri, citazioni con riferimenti precisi)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Risposta troppo sicura su argomenti controversi o di nicchia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Informazioni che non riesci a confermare con una ricerca web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Incongruenze interne nella stessa risposta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Citazioni bibliografiche con titoli e DOI molto specifici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Se sembra troppo preciso per essere vero, VERIFICA!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Tecniche di verifica anti-allucinazione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VERIFICA INCROCIATA: confronta la risposta con fonti affidabili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Google, Wikipedia, siti ufficiali, documenti interni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CHIEDI LE FONTI: 'Cita le fonti di queste informazioni'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le fonti non esistono, e un'allucinazione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CHIEDI DUE VOLTE: rifai la stessa domanda in una nuova chat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Risposte molto diverse = probabile allucinazione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USA PIU STRUMENTI: confronta ChatGPT, Claude, ricerca web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REGOLA D'ORO: mai pubblicare, inviare o decidere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basandosi solo sull'output AI senza verifica umana!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Bias e equita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Quando l'AI riproduce pregiudizi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Il bias algoritmico e la tendenza di un modello AI</a:t>
            </a:r>
            <a:br/>
            <a:r>
              <a:t>a produrre risultati sistematicamente distorti</a:t>
            </a:r>
            <a:br/>
            <a:r>
              <a:t>che favoriscono o svantaggiano certi gruppi.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L'AI non 'sceglie' di discriminare: riflette i pregiudizi presenti nei dati di addestramento.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Da dove viene il bias?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DAI DATI DI ADDESTRAMENTO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Internet non e neutrale: contiene stereotipi, sottorappresentazioni,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visioni culturali dominanti (anglocentrismo, etc.)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DA CHI SELEZIONA I DATI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Le scelte di cosa includere/escludere introducono distorsioni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DAI FEEDBACK UMANI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 valutatori umani usati per migliorare i modelli portano i loro bias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DAL PROMPT STESSO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Come formuliamo la domanda puo orientare la risposta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Esempi reali di bias nell'AI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Amazon: sistema di screening CV penalizzava candidature femminili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Addestrato su 10 anni di assunzioni prevalentemente maschili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Generazione immagini: 'CEO' genera prevalentemente uomini bianchi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Riflette lo squilibrio presente nelle immagini online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Traduzione: lingue con genere neutro tradotte con stereotipi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'O bir doktor' (turco, neutro) tradotto 'He is a doctor'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Chatbot: risposte diverse a seconda del nome dell'utente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Nomi 'etnici' ricevono a volte risposte meno dettagliate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Come mitigare il bias nell'uso quotidiano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CONSAPEVOLEZZA: sapere che il bias esiste e il primo passo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PROMPT INCLUSIVI: evita di specificare genere/etnia quando non serve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VERIFICA GLI OUTPUT: se l'AI produce liste di nomi, profili, esempi,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controlla che siano diversificati e rappresentativi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TESTA CON VARIAZIONI: cambia il nome, il genere, l'origine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nel prompt e verifica se la risposta cambia ingiustamente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SEGNALA: i principali provider hanno canali per segnalare bias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(feedback nei loro prodotti)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Privacy e dati sensibili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Cosa succede ai dati che inserisci nell'AI?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Cosa succede ai tuoi dati?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Quando inserisci testo in ChatGPT, Claude o altri strumenti: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I dati vengono INVIATI ai server del provider (USA o Europa)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Possono essere USATI PER ADDESTRARE il modello (dipende dal piano)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Free: SI, per default (si puo disattivare)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ChatGPT Plus/Enterprise: NO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Claude Free: puo usarli per il miglioramento del servizio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Claude Pro: no addestramento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Vengono CONSERVATI per un periodo variabile (log, debug, sicurezza)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Il personale del provider PUO visualizzarli (review qualita/sicurezza)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Dati che NON devi MAI inserire nell'AI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DATI PERSONALI IDENTIFICATIVI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Codice fiscale, numeri di carta, password, dati sanitari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DATI AZIENDALI RISERVATI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Piani strategici, dati finanziari non pubblici, contratti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DATI DEI CLIENTI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Nomi + dati sensibili, email con informazioni personali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CODICE SORGENTE PROPRIETARIO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Algoritmi core, credenziali, chiavi API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INFORMAZIONI LEGALI RISERVATE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Cause in corso, accordi NDA, documenti confidenziali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Policy privacy dei principali provider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Aspetto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Free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Enterprise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Pro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Addestramento su dati utente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 (disattivabile)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Conservazione dati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30 giorni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30 giorni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30 giorni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Review umana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Possibile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Possibile (sicurezza)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Localizzazione dati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USA/EU (opzione)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Conformita GDPR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Parziale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Parziale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Crittografia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 transito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 transito + a riposo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 transito + a riposo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GDPR e AI: cosa devi sapere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GDPR (Regolamento Generale sulla Protezione dei Dati) si applica anche all'AI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Punti chiave: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Inserire dati personali di terzi nell'AI richiede base giuridica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L'azienda e RESPONSABILE dei dati inseriti dai dipendenti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Il diritto all'oblio: puoi chiedere la cancellazione dei tuoi dati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Profilazione automatizzata: diritto a non essere soggetti a decisioni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basate solo su trattamento automatizzato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In caso di dubbio, consulta il DPO (Data Protection Officer)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della tua organizzazione PRIMA di usare dati personali con l'AI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Best practice per la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ANONIMIZZA: sostituisci nomi reali con fittizi prima di incollare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'Mario Rossi, CF RSSMRA80A01H501X' &gt;&gt;&gt; 'Cliente A, CF XXXXXXXX'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GENERALIZZA: rimuovi dettagli identificativi non necessari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'Ordine #45231 di Via Roma 15, Milano' &gt;&gt;&gt; 'Ordine cliente, citta del nord'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SEGMENTA: invia solo la porzione di dati strettamente necessaria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CONTROLLA LE IMPOSTAZIONI: disattiva l'addestramento sui tuoi dati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(ChatGPT: Impostazioni &gt; Controlli dati &gt; Migliora il modello)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USA PIANI ENTERPRISE quando possibile per dati aziendali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Copyright e proprieta intellettuale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Chi possiede cio che l'AI produce?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Chi possiede l'output dell'AI?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 situazione legale e ancora IN EVOLUZIONE a livello globale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Posizioni attuali: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USA: l'output di pura AI non e brevettabile/copyrightable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(l'input umano significativo puo rendere l'opera proteggibile)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UE: situazione in definizione con l'AI Act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Italia: nessuna normativa specifica ancora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pratica per l'uso aziendale: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L'output AI e un PUNTO DI PARTENZA, non un prodotto finito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 lo modifichi sostanzialmente, la tua opera e protetta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I provider (OpenAI, Anthropic) non rivendicano diritti sull'output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Rischi legali da conoscere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PLAGIO INVOLONTARIO: il modello puo riprodurre testi protetti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pubblica materiale troppo simile a fonti esistenti, rischi contestazioni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MARCHI E LOGHI: non usare l'AI per creare loghi simili a marchi esistenti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ATTRIBUZIONE: se usi AI per scrivere articoli/report ufficiali,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la tua organizzazione potrebbe richiedere disclosure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RESPONSABILITA: l'output AI con errori e RESPONSABILITA TUA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 pubblichi informazioni false generate dall'AI, ne rispondi tu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L'AI genera, TU verifichi e ti assumi la responsabilita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Linee guida per un uso sicuro del copyright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Non pubblicare output AI senza revisione e modifica umana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Verifica sempre che l'output non sia troppo simile a fonti note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Quando richiesto, dichiara l'uso dell'AI nella creazione del contenuto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Non usare l'AI per aggirare paywall o riprodurre contenuti protetti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Per contenuti critici (legali, medici, finanziari), fai validare da esperti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Conserva i prompt usati come documentazione del processo creativo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REGOLA PRATICA: se non lo firmeresti con il tuo nome,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lo pubblicare. L'AI e un assistente, non un autore.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EU AI 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La normativa europea sull'Intelligenza Artificiale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EU AI ACT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La prima legge al mondo che regola</a:t>
            </a:r>
            <a:br/>
            <a:r>
              <a:t>l'Intelligenza Artificiale in modo organico.</a:t>
            </a:r>
            <a:br/>
            <a:r>
              <a:t>In vigore graduale dal 2025 al 2027.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Non si applica solo ai produttori di AI, ma anche a chi la UTILIZZA in contesti professionali.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Classificazione dei rischi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L'AI Act classifica i sistemi AI in 4 livelli di rischio: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RISCHIO INACCETTABILE (VIETATO)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Social scoring, manipolazione subliminale, sorveglianza biometrica di massa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RISCHIO ALTO (REGOLAMENTATO)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Selezione del personale, credito, sanita, giustizia, istruzione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RISCHIO LIMITATO (OBBLIGHI DI TRASPARENZA)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Chatbot, deepfake, contenuti generati &gt;&gt;&gt; obbligo di dichiarare l'uso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RISCHIO MINIMO (NESSUN OBBLIGO)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Filtri spam, videogiochi, raccomandazioni prodotti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Impatti pratici per le aziende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Cosa cambia per chi USA l'AI in azienda (non solo chi la produce):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TRASPARENZA: devi informare quando un contenuto e generato dall'AI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Esempio: chatbot di assistenza clienti deve dichiarare di essere 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SUPERVISIONE UMANA: decisioni ad alto impatto richiedono revisione umana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Esempio: screening CV con AI richiede validazione da HR umano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DOCUMENTAZIONE: tenere traccia di come e perche si usa l'AI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FORMAZIONE: i dipendenti che usano AI devono essere formati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(e questo corso e un primo passo!)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Le sanzioni possono arrivare fino al 7% del fatturato globale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C6FF3D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Laboratorio pratico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Creare una policy aziendale per l'uso dell'AI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Perche serve una policy aziendale?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Senza una policy chiara, ogni dipendente decide da solo: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 dati inserire (rischio privacy)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Come usare l'output (rischio qualita)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Se dichiarare l'uso dell'AI (rischio trasparenza)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 strumenti usare (rischio sicurezza)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Una policy aziendale: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Protegge l'azienda da rischi legali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Da linee guida chiare ai dipendenti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Abilita l'uso responsabile e produttivo dell'AI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Dimostra conformita normativa (AI 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Template: sezioni di una policy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SCOPO E AMBITO: a chi si applica, per quali attivita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STRUMENTI AUTORIZZATI: lista dei tool approvati e piani consentiti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DATI VIETATI: elenco chiaro di cosa NON inserire nell'AI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VERIFICA OUTPUT: obbligo di revisione umana prima della pubblicazione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TRASPARENZA: quando e come dichiarare l'uso dell'AI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FORMAZIONE: requisiti minimi per i dipendenti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7. RESPONSABILITA: chi e responsabile di errori nell'output AI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8. REVISIONE: frequenza di aggiornamento della policy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Usa ChatGPT o Claude per creare una prima bozza, poi personalizzala!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scrivi la tua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 gruppi di 2-3 persone: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Scegliete un'azienda tipo (la vostra o una fittizia)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Usate il template della slide precedente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Chiedete a Claude o ChatGPT di generare una prima bozza: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'Crea una policy aziendale per l'uso dell'AI generativa in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un'azienda di [settore] con [N] dipendenti. La policy deve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coprire: strumenti autorizzati, dati vietati, obbligo di verifica,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trasparenza, formazione. Tono formale, max 1 pagina.'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Revisionate e personalizzate la bozza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Presentate la vostra policy al gruppo (5 minuti)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Discussione: confronto tra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le presentazioni, discutiamo insieme: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Quali elementi sono COMUNI a tutte le policy?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Quali differenze sono emerse tra settori diversi?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La bozza generata dall'AI era gia buona o ha richiesto molto lavoro?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- Cosa aggiungereste dopo questa discussione?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TAKEAWAY: una buona policy e un DOCUMENTO VIVO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che va aggiornato man mano che la tecnologia evolve.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Pianificate una revisione almeno ogni 6 mesi.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Le allucinazioni sono inevitabili: VERIFICA SEMPRE prima di fidarti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Il bias esiste nei dati e si riflette nell'AI: sii consapevole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Mai inserire dati personali, riservati o sensibili nell'AI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L'output AI e RESPONSABILITA TUA: l'AI assiste, tu decidi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L'EU AI Act impone trasparenza, supervisione e formazione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Una policy aziendale chiara protegge te e la tua organizzazione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8: Progetto finale</a:t>
            </a:r>
            <a:br/>
            <a:r>
              <a:t>Metti in pratica tutto cio che hai imparato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