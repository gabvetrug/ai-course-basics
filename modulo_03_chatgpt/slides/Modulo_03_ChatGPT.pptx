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MODULO 3</a:t>
            </a:r>
          </a:p>
          <a:p/>
          <a:p>
            <a:r>
              <a:t>· Presenta il modulo e gli obiettivi</a:t>
            </a:r>
          </a:p>
          <a:p>
            <a:r>
              <a:t>· Verifica che tutti abbiano accesso agli strumenti</a:t>
            </a:r>
          </a:p>
          <a:p>
            <a:r>
              <a:t>· Anticipa la struttura: prima la teoria, poi la pratica</a:t>
            </a:r>
          </a:p>
          <a:p>
            <a:r>
              <a:t>· Tempo suggerito: 2-3 minuti</a:t>
            </a:r>
          </a:p>
          <a:p/>
          <a:p>
            <a:r>
              <a:t>Domanda di apertura: 'Qualcuno di voi ha gia usato strumenti AI questa settimana?'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Scorri brevemente ogni punto dell'agenda</a:t>
            </a:r>
          </a:p>
          <a:p>
            <a:r>
              <a:t>· Indica i momenti pratici (lab) e le pause</a:t>
            </a:r>
          </a:p>
          <a:p>
            <a:r>
              <a:t>· Chiedi se ci sono aspettative particolari</a:t>
            </a:r>
          </a:p>
          <a:p>
            <a:r>
              <a:t>· Tempo suggerito: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Panoramica ChatGPT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OpenAI fondata nel 2015 (Altman, Musk, Sutskever e altri); Missione: sviluppare AI sicura e benefica per l'umanita; Timeline chiave: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GPT-4o ('omni') — Il modello principale; GPT-4o mini — Versione leggera e velocissima; o3 / o3-mini — Modelli di ragionamento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BARRA LATERALE SINISTRA; AREA CENTRALE; IMPOSTAZIONI (icona profilo in basso a sinistra)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Funzionalita core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Ogni conversazione e una 'chat' separata con il suo contesto; Best practice per le chat:; Comandi utili in chat: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Puoi caricare direttamente nella chat:; Cosa puo fare con i file:; Limiti: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ChatGPT puo cercare informazioni aggiornate su Internet; Quando si attiva automaticamente:; Come usarla al meglio: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ChatGPT integra DALL-E 3 per generare immagini da testo; Cosa puoi creare:; Come scrivere un buon prompt per immagini: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ChatGPT puo eseguire codice Python in modo sicuro e analizzare dati; Cosa puoi fare:; Come usarlo: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Modalita di lavoro fianco-a-fianco per testi e codice; Come funziona:; Quando usare Canvas: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MEMORY (Memoria):; ISTRUZIONI PERSONALIZZATE (Custom Instructions):; Esempio di istruzione personalizzata: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GPTs: assistenti personalizzati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GPT Store contiene migliaia di GPT creati dalla community; Categorie utili per il lavoro:; Come trovare i migliori: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Vai su chat.openai.com &gt; Esplora GPTs &gt; Crea; 2. Configura tramite CONVERSAZIONE (tab 'Crea'):; 3. Oppure configura manualmente (tab 'Configura'):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1: Riassunto esecutivo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Obiettivo: trasformare un documento lungo in un riassunto esecutivo; Materiale: usa un documento del tuo lavoro (non riservato!); Step 1: Carica il documento in ChatGPT (icona allegato)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Dopo il primo risultato, prova questi prompt di follow-up:; Osserva: ogni prompt di follow-up produce una versione diversa.; La capacita di iterare e cio che distingue un utente base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2: Analisi dati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Se hai un tuo file CSV/Excel (dati NON sensibili), usalo!; Altrimenti, chiedi a ChatGPT di crearne uno:; ChatGPT creera il file e lo rendera scaricabile.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 il dataset caricato, procedi cosi:; Prompt 1: 'Esplora questo dataset. Dimmi quante righe e colonne ha,; Prompt 2: 'Crea 3 grafici che mostrino: (1) trend fatturato mensile,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ChatGPT ti permette di scaricare:; Come scaricare: clicca sull'icona di download sotto ogni output; Uso pratico: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3: Generazione immagini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Formula: SOGGETTO + STILE + DETTAGLI + FORMATO; Esempio VAGO: 'Disegna un ufficio'; Esempio EFFICACE: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Crea 3 immagini per una presentazione aziendale su [argomento a scelta]:; Immagine 1 — Copertina:; Immagine 2 — Concetto astratto: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Dopo la prima generazione, puoi perfezionare:; Limiti da conoscere: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4: Creare un GPT custom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Scegli UNO di questi GPT da creare:; A. ASSISTENTE EMAIL — Scrive risposte nel tuo stile e tono; B. ANALISTA REPORT — Riassume documenti con il formato che preferisci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Vai su chatgpt.com/gpts/editor; 2. Tab 'Crea': descrivi cosa vuoi in linguaggio naturale; 3. ChatGPT ti fara domande di approfondimento. Rispondi!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Test da fare prima di considerarlo pronto:; Condivisione:; &gt;&gt;&gt; Un buon GPT custom puo farti risparmiare ore ogni settimana!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Tips &amp; Tricks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ISTRUZIONI PERSONALIZZATE: imposta una volta, applicate sempre; 2. KEYBOARD SHORTCUTS: Ctrl+Shift+; per copiare l'ultima risposta; 3. MENZIONE GPT: tagga un GPT con @ dentro qualsiasi chat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LIMITE: risposte troppo lunghe e verbose; LIMITE: perde il contesto in conversazioni lunghe; LIMITE: rifiuta richieste legittime per eccesso di cautela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MODULO</a:t>
            </a:r>
          </a:p>
          <a:p/>
          <a:p>
            <a:r>
              <a:t>· Scorri ogni punto rapidamente — NON rispiegare tutto</a:t>
            </a:r>
          </a:p>
          <a:p>
            <a:r>
              <a:t>· Chiedi: 'Qual e il concetto che vi ha colpito di piu?'</a:t>
            </a:r>
          </a:p>
          <a:p>
            <a:r>
              <a:t>· Chiedi: 'C'e qualcosa che non e chiaro?'</a:t>
            </a:r>
          </a:p>
          <a:p>
            <a:r>
              <a:t>· Se ci sono dubbi, chiarisci ora prima di proseguire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ANTEPRIMA PROSSIMO MODULO</a:t>
            </a:r>
          </a:p>
          <a:p/>
          <a:p>
            <a:r>
              <a:t>· Presenta brevemente cosa si vedra dopo</a:t>
            </a:r>
          </a:p>
          <a:p>
            <a:r>
              <a:t>· Crea curiosita senza anticipare troppo</a:t>
            </a:r>
          </a:p>
          <a:p>
            <a:r>
              <a:t>· Annuncia la pausa se prevista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SESSIONE DOMANDE</a:t>
            </a:r>
          </a:p>
          <a:p/>
          <a:p>
            <a:r>
              <a:t>· Apri il microfono: 'Ci sono domande?'</a:t>
            </a:r>
          </a:p>
          <a:p>
            <a:r>
              <a:t>· Se nessuno chiede, proponi una domanda stimolo:</a:t>
            </a:r>
          </a:p>
          <a:p>
            <a:r>
              <a:t>  'Quale strumento pensate di usare per primo nel vostro lavoro?'</a:t>
            </a:r>
          </a:p>
          <a:p>
            <a:r>
              <a:t>· Gestisci il tempo: max 5 minuti</a:t>
            </a:r>
          </a:p>
          <a:p>
            <a:r>
              <a:t>· Se le domande sono troppe, offri di rispondere durante la pausa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Corso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Modulo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ChatGPT: padroneggiare lo strumento piu diffuso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  |  Durata: 3 ore  |  0.5h Teoria + 2.5h Laboratorio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08 punti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programma.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Cosa vedremo in questo modulo.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OpenAI e ChatGPT: panoramica, modelli e piani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L'interfaccia: orientarsi in ChatGPT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Funzionalita core: file, web, immagini, analisi dati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GPTs: creare assistenti personalizzati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1: riassunto esecutivo da documento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2: analisi dati con Code Interpreter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3: generazione immagini con DALL-E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Panoramica ChatGPT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L'azienda, i modelli e i piani disponibili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OpenAI e la nascita di ChatGPT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OpenAI fondata nel 2015 (Altman, Musk, Sutskever e altri)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Missione: sviluppare AI sicura e benefica per l'umanita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Timeline chiave: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2020 — GPT-3: primo modello a mostrare capacita sorprendenti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Nov 2022 — Lancio di ChatGPT: 1 milione di utenti in 5 giorni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Mar 2023 — GPT-4: salto qualitativo enorme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Mag 2024 — GPT-4o: modello multimodale (testo, voce, visione)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2025 — GPT-4.5 e modelli di ragionamento (o3)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Oggi ChatGPT ha oltre 200 milioni di utenti attivi settimanali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 modelli disponibili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GPT-4o ('omni') — Il modello principale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Multimodale: testo, immagini, audio, video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Veloce e capace, ideale per la maggior parte dei compiti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GPT-4o mini — Versione leggera e velocissima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Meno potente ma molto rapido e economico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Usato di default nel piano Free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o3 / o3-mini — Modelli di ragionamento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'Pensano' prima di rispondere (chain-of-thought interno)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Eccellenti per matematica, logica, programmazione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Piu lenti ma piu accurati su problemi complessi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Piani e prezzi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Caratteristica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Plus (20$/mese)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(25$/mese/utente)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Modello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GPT-4o 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GPT-4o + o3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GPT-4o + o3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Messaggi GPT-4o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Limitati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Molto di piu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Molto di piu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DALL-E (immagini)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Limitato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Upload file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Navigazione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GPTs personalizzati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Solo uso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Crea + usa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Crea + usa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Code Interpreter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Limitato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Privacy dati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Usati per training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Usati per training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Non usati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L'interfaccia: dove trovare tutto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BARRA LATERALE SINISTRA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Nuova chat (+)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Storico conversazioni (cercabili)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 tuoi GPTs preferiti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AREA CENTRALE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Campo di input (prompt) in basso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Selezione modello in alto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Icona allegati: upload file, foto, documenti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IMPOSTAZIONI (icona profilo in basso a sinistra)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Personalizzazione: istruzioni personalizzate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Controlli dati: opt-out addestramento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Tema chiaro/scuro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Funzionalita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Tutto quello che ChatGPT sa fare (e come farlo bene)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Chat: conversazione e storico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Ogni conversazione e una 'chat' separata con il suo contesto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Best practice per le chat: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UNA chat per ARGOMENTO (non mischiare temi diversi)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Dai un nome descrittivo alle chat importanti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Usa 'Nuova chat' quando cambi argomento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Il contesto si accumula: chat lunghe perdono il focus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Comandi utili in chat: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'Ricominciamo da capo con questo approccio...'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'Correggi solo il punto 3, il resto va bene'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'Riscrivi piu breve / piu dettagliato / in un altro tono'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Upload file: analisi documenti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Puoi caricare direttamente nella chat: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PDF, Word, Excel, PowerPoint, immagini, CSV, codice sorgente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Cosa puo fare con i file: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Riassumere documenti lunghi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Rispondere a domande sul contenuto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Estrarre dati specifici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Tradurre documenti interi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Confrontare piu documenti tra loro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Max ~50 pagine per file (risultati migliori con file piu corti)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Non gestisce bene tabelle complesse in PDF scansionati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Ricorda: i file vengono inviati ai server di OpenAI!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Navigazione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puo cercare informazioni aggiornate su Internet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Quando si attiva automaticamente: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Domande su eventi recenti, notizie, prezzi attuali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Richieste esplicite: 'Cerca online...'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usarla al meglio: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'Cerca le ultime statistiche su [argomento] e cita le fonti'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'Confronta i prezzi attuali di [prodotto] su diversi siti'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'Qual e l'ultima versione di [software]?'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Attenzione: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Non sempre attiva la ricerca (a volte risponde dalla memoria)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Le fonti citate vanno comunque verificate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DALL-E: generazione immagini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integra DALL-E 3 per generare immagini da testo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Cosa puoi creare: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Illustrazioni per presentazioni e documenti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Mockup e concept visivi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Infografiche semplici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Loghi e icone (come punto di partenza)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scrivere un buon prompt per immagini: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Descrivi il SOGGETTO in dettaglio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Specifica lo STILE (fotografico, illustrazione, flat design...)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Indica COLORI e ATMOSFERA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Definisci il FORMATO (orizzontale, verticale, quadrato)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Limite: non scrive bene il testo nelle immagini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Code Interpreter: analisi dati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puo eseguire codice Python in modo sicuro e analizzare dati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Cosa puoi fare: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Caricare un CSV/Excel e ottenere analisi automatiche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Creare grafici e visualizzazioni professionali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Pulire e trasformare dati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Calcoli statistici e previsioni semplici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Scaricare i risultati come file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usarlo: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Carica il file dati nella chat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Chiedi: 'Analizza questo dataset, mostrami i trend principali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 grafici. Evidenzia anomalie.'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Itera: 'Ora fai un grafico a barre per [colonna]'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Canvas: editing collaborativo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Modalita di lavoro fianco-a-fianco per testi e codice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funziona: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Si apre un pannello laterale con il documento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Puoi selezionare porzioni di testo e chiedere modifiche mirate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L'AI modifica solo la parte selezionata, non riscrive tutto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Quando usare Canvas: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Scrittura e revisione di testi lunghi (articoli, report)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Editing collaborativo con l'AI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Quando vuoi controllare le modifiche passo per passo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attivarlo: 'Usa canvas per scrivere...'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oppure si attiva automaticamente per testi lunghi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Memory e istruzioni personalizzate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MEMORY (Memoria):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 puo ricordare informazioni tra conversazioni diverse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'Ricorda che lavoro nel settore farmaceutico'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'Ricorda che preferisco risposte brevi e in italiano'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Gestibile: Impostazioni &gt; Personalizzazione &gt; Memoria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ISTRUZIONI PERSONALIZZATE (Custom Instructions):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Istruzioni permanenti applicate a OGNI chat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Due campi: 'Cosa vorresti che ChatGPT sapesse di te?'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'Come vorresti che ChatGPT rispondesse?'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Esempio di istruzione personalizzata: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'Sono un project manager in un'azienda IT. Rispondi sempre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 italiano, in modo conciso. Usa bullet point.'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GPTs: assistenti personalizzati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Creare e usare chatbot specializzati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COSA SONO I GPTs?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Versioni personalizzate di ChatGPT,</a:t>
            </a:r>
            <a:br/>
            <a:r>
              <a:t>configurate per compiti specifici</a:t>
            </a:r>
            <a:br/>
            <a:r>
              <a:t>con istruzioni, conoscenze e strumenti dedicati.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Come creare un collega virtuale specializzato nel tuo ambito di lavoro.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GPT Store: i piu utili per il lavoro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GPT Store contiene migliaia di GPT creati dalla community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Categorie utili per il lavoro: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SCRITTURA: Copywriter, Email Assistant, Resume Builder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PRODUTTIVITA: Notion Helper, Slides Creator, Meeting Notes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ANALISI: Data Analyst, Research Assistant, PDF Summarizer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CODING: Code Review, Debug Helper, SQL Assistant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trovare i migliori: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Cerca per categoria nel GPT Store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Guarda il numero di conversazioni (popolarita)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Prova prima di fidarti: testa con un task reale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Creare un GPT custom: i passaggi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Vai su chat.openai.com &gt; Esplora GPTs &gt; Crea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(oppure: chatgpt.com/gpts/editor)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Configura tramite CONVERSAZIONE (tab 'Crea'):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 ti guida con domande per definire il GPT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Descrivi cosa vuoi che faccia, come, per chi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Oppure configura manualmente (tab 'Configura'):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Nome e descrizione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Istruzioni dettagliate (il 'system prompt')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Carica file di conoscenza (documenti, dati)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Abilita/disabilita: web, DALL-E, Code Interpreter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Testa nella preview e itera fino al risultato desiderato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Pubblica: Solo per te / Con link / Nello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1: Riassunto esecutivo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Creare un riassunto professionale da un documento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Esercizio: dal documento al riassunto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Obiettivo: trasformare un documento lungo in un riassunto esecutivo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Materiale: usa un documento del tuo lavoro (non riservato!)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oppure scarica un report pubblico (es. report annuale di un'azienda)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1: Carica il documento in ChatGPT (icona allegato)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2: Usa questo prompt: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'Analizza il documento allegato e crea un riassunto esecutivo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di 1 pagina. Struttura: Contesto (2 righe), Punti chiave (5 bullet),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Rischi/Criticita (3 bullet), Raccomandazione finale.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Destinatario: CEO non tecnico. Tono: professionale e diretto.'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3: Valuta e chiedi modifiche se necessario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Iterazione e raffinamento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Dopo il primo risultato, prova questi prompt di follow-up: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'Rendi il tono piu incisivo, meno descrittivo'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'Aggiungi i 3 dati numerici piu importanti dal documento'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'Riscrivi in formato email, come se lo inviassi al CEO'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anche una versione in 3 righe per un messaggio Slack'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Osserva: ogni prompt di follow-up produce una versione diversa.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La capacita di iterare e cio che distingue un utente base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da un utente avanzato.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2: Analisi dati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Esplorare dati e creare grafici con Code Interpreter —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Preparazione: il dataset di esempio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 hai un tuo file CSV/Excel (dati NON sensibili), usalo!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Altrimenti, chiedi a ChatGPT di crearne uno: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'Genera un file CSV di esempio con dati di vendita: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12 mesi, 5 prodotti, colonne: Mese, Prodotto, Quantita,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Fatturato, Regione. 200 righe circa. Includi qualche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anomalia nei dati per rendere l'analisi interessante.'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creera il file e lo rendera scaricabile.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Scaricalo, poi caricalo in una nuova chat per l'analisi.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Esercizio: analisi guidata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 il dataset caricato, procedi cosi: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1: 'Esplora questo dataset. Dimmi quante righe e colonne ha,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quali sono i tipi di dati, e segnala eventuali anomalie.'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2: 'Crea 3 grafici che mostrino: (1) trend fatturato mensile,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(2) distribuzione per prodotto, (3) confronto tra regioni.'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3: 'Qual e il prodotto con la crescita maggiore?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C'e un mese con un calo anomalo? Spiega le possibili cause.'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4: 'Crea un report di 10 righe con i 3 insight principali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 2 raccomandazioni. Tono da analista, con dati a supporto.'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Scaricare e riutilizzare i risultati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ti permette di scaricare: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 grafici generati (PNG, SVG)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File dati trasformati (CSV, Excel)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Codice Python usato per l'analisi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Come scaricare: clicca sull'icona di download sotto ogni output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Uso pratico: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Inserisci i grafici nelle tue presentazioni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Usa il codice Python come base per analisi ricorrenti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Condividi il report con il team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Non serve sapere Python! ChatGPT scrive e esegue il codice per 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3: Generazione immagini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Creare visual professionali con DALL-E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Come scrivere prompt per immagini efficaci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Formula: SOGGETTO + STILE + DETTAGLI + FORMATO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Esempio VAGO: 'Disegna un ufficio'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Risultato generico e imprevedibile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Esempio EFFICACE: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'Un ufficio moderno open space con 4 persone che collaborano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attorno a un tavolo. Stile: illustrazione flat design, colori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pastello blu e verde. Luce naturale dalla finestra. Vista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dall'alto leggermente inclinata. Formato orizzontale 16:9.'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Stili utili per il lavoro: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Flat design / illustrazione vettoriale (presentazioni)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Fotografico realistico (marketing, social)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Infografica (report, documenti)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Esercizio: visual per una presentazione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 3 immagini per una presentazione aziendale su [argomento a scelta]: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Immagine 1 — Copertina: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un'immagine di copertina per una presentazione su [TEMA].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Stile moderno e professionale, colori [PALETTE], senza testo.'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Immagine 2 — Concetto astratto: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'Illustrazione che rappresenti [CONCETTO] in modo metaforico.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Stile flat design, sfondo trasparente, adatto a slide.'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Immagine 3 — Scenario: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'Scena di [SITUAZIONE LAVORATIVA] in un ambiente [DESCRIZIONE].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Stile fotografico, composizione professionale.'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Valuta: quale immagine useresti davvero? Quale va rifatta?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Iterare le immagini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Dopo la prima generazione, puoi perfezionare: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'Stessa immagine ma con colori piu caldi'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'Rimuovi le persone, tieni solo l'ambiente'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'Cambia lo stile in illustrazione disegnata a mano'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'Aggiungi un elemento che rappresenti l'innovazione'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Limiti da conoscere: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DALL-E NON gestisce bene il testo nelle immagini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Non crea loghi utilizzabili professionalmente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Ogni modifica genera un'immagine NUOVA (non modifica l'esistente)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Le immagini sono di proprieta dell'utente (per uso commerciale)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4: Creare un GPT custom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Il tuo primo assistente personalizzato —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Esercizio: GPT per il tuo lavoro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Scegli UNO di questi GPT da creare: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A. ASSISTENTE EMAIL — Scrive risposte nel tuo stile e tono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B. ANALISTA REPORT — Riassume documenti con il formato che preferisci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C. COACH PRESENTAZIONI — Ti aiuta a strutturare presentazioni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D. FAQ AZIENDALE — Risponde alle domande frequenti del tuo team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E. ALTRO — Un GPT specifico per una tua esigenza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serve essere tecnici: ChatGPT ti guida passo per passo!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Step-by-step: configurare il 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Vai su chatgpt.com/gpts/editor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Tab 'Crea': descrivi cosa vuoi in linguaggio naturale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'Voglio un assistente che mi aiuti a scrivere email commerciali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nel settore IT. Deve usare un tono professionale ma cordiale,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sempre in italiano, e strutturare le email con: saluto,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contesto, proposta, call-to-action, saluto finale.'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ChatGPT ti fara domande di approfondimento. Rispondi!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Tab 'Configura': rivedi e personalizza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Aggiungi file di conoscenza (listino prezzi, FAQ, template)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Abilita/disabilita web, DALL-E, Code Interpreter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Tab 'Anteprima': testa con domande reali. Itera fino a soddisfazione.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Testa e condividi il tuo 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Test da fare prima di considerarlo pronto: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Fai 3-5 domande tipiche del caso d'uso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Prova un caso limite (domanda fuori tema: deve gestirla bene)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Verifica che il tono e il formato siano costanti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Carica un file di test se il GPT deve analizzare documenti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Condivisione: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'Solo per me': uso personale (default)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'Chiunque abbia il link': condividi con colleghi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'Pubblico': visibile nel GPT Store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Un buon GPT custom puo farti risparmiare ore ogni settimana!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Tips &amp; Tricks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10 trucchi per usare ChatGPT come un professionista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10 trucchi che pochi conoscono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ISTRUZIONI PERSONALIZZATE: imposta una volta, applicate sempre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KEYBOARD SHORTCUTS: Ctrl+Shift+; per copiare l'ultima risposta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MENZIONE GPT: tagga un GPT con @ dentro qualsiasi chat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'Sii conciso': aggiungilo al prompt per risposte piu brevi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EDIT PROMPT: modifica un messaggio gia inviato con l'icona matita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BRANCH: clicca '&lt;' '&gt;' per esplorare risposte alternative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7. CONDIVIDI CHAT: icona condividi per creare un link pubblico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8. VOCE: usa la modalita voce per brainstorming 'a mani libere'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9. CATENA DI CHAT: 'basandoti sulla chat precedente...' (non funziona!)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Ogni chat e isolata. Copia il contesto necessario.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10. PINNED CHATS: fissa le conversazioni importanti in alto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Limiti e workaround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LIMITE: risposte troppo lunghe e verbose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'Rispondi in max 5 bullet point di 1 riga ciascuno'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LIMITE: perde il contesto in conversazioni lunghe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apri una nuova chat con un riassunto del contesto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LIMITE: rifiuta richieste legittime per eccesso di cautela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riformula specificando il contesto professionale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LIMITE: non puo accedere a URL specifici in modo affidabile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copia-incolla il contenuto direttamente nella chat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LIMITE: DALL-E non scrive testo nelle immagini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aggiungi il testo dopo con Canva, PowerPoint,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Concetti chiave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ChatGPT e lo strumento AI piu versatile: chat, file, web, immagini, codice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Il piano Free e sufficiente per iniziare, il Plus sblocca il pieno potenziale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Upload file + prompt specifico = analisi professionali in pochi minuti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Code Interpreter trasforma chiunque in un analista dati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I GPT custom sono il modo migliore per automatizzare task ripetitivi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Memory e istruzioni personalizzate rendono l'esperienza su misura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PROSSIMO MODULO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Modulo 4: Claude</a:t>
            </a:r>
            <a:br/>
            <a:r>
              <a:t>Il rivale che devi conoscere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Domande?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Non esistono domande stupide.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