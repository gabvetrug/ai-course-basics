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3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ChatGPT Overview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OpenAI founded in 2015 (Altman, Musk, Sutskever and others); Mission: develop safe and beneficial AI for humanity; Key timeline: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GPT-4o ('omni') — The main model; GPT-4o mini — Lightweight and ultra-fast version; o3 / o3-mini — Reasoning models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LEFT SIDEBAR; CENTRAL AREA; SETTINGS (profile icon, bottom left)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Core features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Each conversation is a separate 'chat' with its own context; Chat best practices:; Useful commands in chat: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You can upload directly into the chat:; What it can do with files:; Limitations: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ChatGPT can search for up-to-date information on the Internet; When it activates automatically:; How to use it effectively: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ChatGPT integrates DALL-E 3 to generate images from text; What you can create:; How to write a good image prompt: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ChatGPT can run Python code safely and analyze data; What you can do:; How to use it: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Side-by-side working mode for text and code; How it works:; When to use Canvas: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MEMORY:; CUSTOM INSTRUCTIONS:; Example of a custom instruction: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GPTs: custom assistants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GPT Store contains thousands of GPTs created by the community; Useful categories for work:; How to find the best ones: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Go to chat.openai.com &gt; Explore GPTs &gt; Create; 2. Configure via CONVERSATION ('Create' tab):; 3. Or configure manually ('Configure' tab):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1: Executive summary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Objective: transform a long document into an executive summary; Material: use a document from your work (not confidential!); Step 1: Upload the document to ChatGPT (attachment icon)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After the first result, try these follow-up prompts:; Notice: each follow-up prompt produces a different version.; The ability to iterate is what distinguishes a basic user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2: Data analysis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If you have your own CSV/Excel file (NON-sensitive data), use it!; Otherwise, ask ChatGPT to create one:; ChatGPT will create the file and make it downloadable.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With the dataset uploaded, proceed as follows:; Prompt 1: 'Explore this dataset. Tell me how many rows and columns it has,; Prompt 2: 'Create 3 charts showing: (1) monthly revenue trend,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ChatGPT lets you download:; How to download: click the download icon below each output; Practical use: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3: Image generation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Formula: SUBJECT + STYLE + DETAILS + FORMAT; VAGUE example: 'Draw an office'; EFFECTIVE example: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Create 3 images for a business presentation on [topic of your choice]:; Image 1 — Cover:; Image 2 — Abstract concept: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After the first generation, you can refine:; Limitations to know: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Lab 4: Creating a custom GPT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Choose ONE of these GPTs to create:; A. EMAIL ASSISTANT — Writes replies in your style and tone; B. REPORT ANALYST — Summarizes documents in your preferred format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Go to chatgpt.com/gpts/editor; 2. 'Create' tab: describe what you want in natural language; 3. ChatGPT will ask you follow-up questions. Answer them!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Tests to do before considering it ready:; Sharing:; &gt;&gt;&gt; A good custom GPT can save you hours every week!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Tips &amp; Tricks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CUSTOM INSTRUCTIONS: set once, applied every time; 2. KEYBOARD SHORTCUTS: Ctrl+Shift+; to copy the last response; 3. MENTION GPT: tag a GPT with @ inside any chat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LIMITATION: responses are too long and verbose; LIMITATION: loses context in long conversations; LIMITATION: refuses legitimate requests due to excessive caution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MODULE PREVIEW</a:t>
            </a:r>
          </a:p>
          <a:p/>
          <a:p>
            <a:r>
              <a:t>· Briefly preview what's coming next</a:t>
            </a:r>
          </a:p>
          <a:p>
            <a:r>
              <a:t>· Build curiosity without giving too much away</a:t>
            </a:r>
          </a:p>
          <a:p>
            <a:r>
              <a:t>· Announce the break if scheduled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ChatGPT: mastering the most popular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3 hours  |  0.5h Theory + 2.5h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OpenAI and ChatGPT: overview, models and plans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The interface: finding your way around ChatGPT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Core features: files, web, images, data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GPTs: creating custom assistants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executive summary from a document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data analysis with Code Interpreter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image generation with DALL-E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ChatGPT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company, the models and the available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OpenAI and the birth of ChatGPT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OpenAI founded in 2015 (Altman, Musk, Sutskever and others)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Mission: develop safe and beneficial AI for humanity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Key timeline: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2020 — GPT-3: first model to show surprising capabilities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Nov 2022 — ChatGPT launch: 1 million users in 5 days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Mar 2023 — GPT-4: a massive qualitative leap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May 2024 — GPT-4o: multimodal model (text, voice, vision)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2025 — GPT-4.5 and reasoning models (o3)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Today ChatGPT has over 200 million weekly active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Available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GPT-4o ('omni') — The main model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Multimodal: text, images, audio, video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Fast and capable, ideal for most tasks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GPT-4o mini — Lightweight and ultra-fast version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Less powerful but very fast and cost-effective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Used by default on the Free plan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o3 / o3-mini — Reasoning models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'Think' before responding (internal chain-of-thought)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Excellent for math, logic, programming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Slower but more accurate on complex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Plans and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Plus ($20/month)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Team ($25/month/user)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GPT-4o 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GPT-4o + o3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GPT-4o + o3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GPT-4o messages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Much more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Much more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DALL-E (images)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File upload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Web browsing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Custom GPTs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Use only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Create + use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Create + use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Code Interpreter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Data privacy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Used for training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Used for training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Not used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interface: where to find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LEFT SIDEBAR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New chat (+)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Conversation history (searchable)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Your favorite GPTs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CENTRAL AREA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Input field (prompt) at the bottom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Model selection at the top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Attachment icon: upload files, photos, documents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SETTINGS (profile icon, bottom left)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Personalization: custom instructions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Data controls: training opt-out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Light/dark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Everything ChatGPT can do (and how to do it well)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Chat: conversation and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Each conversation is a separate 'chat' with its own context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 best practices: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ONE chat per TOPIC (don't mix different subjects)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Give descriptive names to important chats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Use 'New chat' when you switch topics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Context accumulates: long chats lose focus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Useful commands in chat: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'Let's start over with this approach...'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'Fix only point 3, the rest is fine'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'Rewrite shorter / more detailed / in a different tone'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File upload: document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 can upload directly into the chat: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PDF, Word, Excel, PowerPoint, images, CSV, source code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What it can do with files: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Summarize long documents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Answer questions about the content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Extract specific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Translate entire documents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Compare multiple documents with each other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Max ~50 pages per file (better results with shorter files)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Does not handle complex tables in scanned PDFs well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Remember: files are sent to OpenAI's servers!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Web browsing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can search for up-to-date information on the Internet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When it activates automatically: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Questions about recent events, news, current prices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Explicit requests: 'Search online...'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use it effectively: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'Search for the latest statistics on [topic] and cite your sources'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'Compare current prices of [product] across different sites'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'What is the latest version of [software]?'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Caution: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It doesn't always trigger a search (sometimes it answers from memory)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Cited sources should still be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DALL-E: image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integrates DALL-E 3 to generate images from text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What you can create: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Illustrations for presentations and documents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Mockups and visual concepts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Simple infographics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Logos and icons (as a starting point)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write a good image prompt: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Describe the SUBJECT in detail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Specify the STYLE (photographic, illustration, flat design...)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Indicate COLORS and MOOD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Define the FORMAT (landscape, portrait, square)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Limitation: it does not render text well in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Code Interpreter: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can run Python code safely and analyze data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What you can do: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Upload a CSV/Excel and get automatic analysis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Create professional charts and visualizations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Clean and transform data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Statistical calculations and simple forecasts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Download results as files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use it: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Upload the data file into the 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Ask: 'Analyze this dataset, show me the main trends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with charts. Highlight anomalies.'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Iterate: 'Now create a bar chart for [column]'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Canvas: collaborative editing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Side-by-side working mode for text and code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it works: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 side panel opens with the document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You can select portions of text and request targeted edits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AI modifies only the selected part, it doesn't rewrite everything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When to use Canvas: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Writing and revising long texts (articles, reports)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Collaborative editing with 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When you want to review changes step by step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activate it: 'Use canvas to write...'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or it activates automatically for longer 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Memory and custom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MEMORY: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can remember information across different conversations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'Remember that I work in the pharmaceutical industry'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'Remember that I prefer short answers in English'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Manageable: Settings &gt; Personalization &gt; Memory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CUSTOM INSTRUCTIONS: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Permanent instructions applied to EVERY 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Two fields: 'What would you like ChatGPT to know about you?'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'How would you like ChatGPT to respond?'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Example of a custom instruction: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 am a project manager at an IT company. Always respond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 English, concisely. Use bullet points.'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GPTs: custom assistants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Creating and using specialized chatbots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WHAT ARE GPTs?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Customized versions of ChatGPT,</a:t>
            </a:r>
            <a:br/>
            <a:r>
              <a:t>configured for specific tasks</a:t>
            </a:r>
            <a:br/>
            <a:r>
              <a:t>with dedicated instructions, knowledge and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How to create a virtual colleague specialized in your area of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GPT Store: the most useful for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GPT Store contains thousands of GPTs created by the community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Useful categories for work: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WRITING: Copywriter, Email Assistant, Resume Builder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PRODUCTIVITY: Notion Helper, Slides Creator, Meeting Notes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ANALYSIS: Data Analyst, Research Assistant, PDF Summarizer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CODING: Code Review, Debug Helper, SQL Assistant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find the best ones: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Browse by category in the GPT Store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Check the number of conversations (popularity)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Try before you trust: test with a real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Creating a custom GPT: the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Go to chat.openai.com &gt; Explore GPTs &gt; Create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(or: chatgpt.com/gpts/editor)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Configure via CONVERSATION ('Create' tab):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guides you with questions to define the 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Describe what you want it to do, how, and for whom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Or configure manually ('Configure' tab):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Name and description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Detailed instructions (the 'system prompt')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Upload knowledge files (documents, data)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Enable/disable: web, DALL-E, Code Interpreter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Test in the preview and iterate until you get the desired result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Publish: Only for me / With link / In the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Creating a professional summary from a document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from document to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Objective: transform a long document into an executive summary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Material: use a document from your work (not confidential!)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or download a public report (e.g., a company annual report)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1: Upload the document to ChatGPT (attachment icon)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2: Use this prompt: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'Analyze the attached document and create a 1-page executive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summary. Structure: Context (2 lines), Key Points (5 bullets),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Risks/Issues (3 bullets), Final Recommendation.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Audience: non-technical CEO. Tone: professional and direct.'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Step 3: Evaluate and request changes if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Iteration and refinement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the first result, try these follow-up prompts: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'Make the tone more impactful, less descriptive'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'Add the 3 most important numerical data points from the document'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'Rewrite in email format, as if you were sending it to the CEO'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'Also create a 3-line version for a Slack message'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Notice: each follow-up prompt produces a different version.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ability to iterate is what distinguishes a basic user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from an advanced 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Exploring data and creating charts with Code Interpreter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Preparation: the sample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If you have your own CSV/Excel file (NON-sensitive data), use it!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Otherwise, ask ChatGPT to create one: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'Generate a sample CSV file with sales data: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12 months, 5 products, columns: Month, Product, Quantity,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Revenue, Region. About 200 rows. Include a few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anomalies in the data to make the analysis interesting.'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will create the file and make it downloadable.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Download it, then upload it in a new chat for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guided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With the dataset uploaded, proceed as follows: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1: 'Explore this dataset. Tell me how many rows and columns it has,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what the data types are, and flag any anomalies.'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2: 'Create 3 charts showing: (1) monthly revenue trend,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(2) distribution by product, (3) comparison across regions.'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3: 'Which product has the highest growth?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Is there a month with an unusual decline? Explain possible causes.'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4: 'Create a 10-line report with the top 3 insights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and 2 recommendations. Analyst tone, backed by data.'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Downloading and reusing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lets you download: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Generated charts (PNG, SVG)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Transformed data files (CSV, Excel)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Python code used for the analysis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download: click the download icon below each output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Practical use: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Insert charts into your presentations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Use the Python code as a base for recurring analyses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Share the report with the team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You don't need to know Python! ChatGPT writes and runs the code for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Image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Creating professional visuals with DALL-E —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How to write effective image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Formula: SUBJECT + STYLE + DETAILS + FORMAT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VAGUE example: 'Draw an office'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Generic and unpredictable result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EFFECTIVE example: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 modern open-space office with 4 people collaborating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around a table. Style: flat design illustration, pastel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blue and green colors. Natural light from the window. Slightly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tilted top-down view. Landscape format 16:9.'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Useful styles for work: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Flat design / vector illustration (presentations)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Photorealistic (marketing, social media)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Infographic (reports, documents)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visuals for a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Create 3 images for a business presentation on [topic of your choice]: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Image 1 — Cover: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'Create a cover image for a presentation on [TOPIC].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Modern and professional style, [PALETTE] colors, no text.'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Image 2 — Abstract concept: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'Illustration representing [CONCEPT] metaphorically.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Flat design style, transparent background, suitable for slides.'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Image 3 — Scenario: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'Scene of [WORK SITUATION] in a [DESCRIPTION] environment.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Photographic style, professional composition.'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Evaluate: which image would you actually use? Which needs to be redone?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Iterating on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the first generation, you can refine: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'Same image but with warmer colors'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'Remove the people, keep only the environment'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'Change the style to hand-drawn illustration'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'Add an element representing innovation'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Limitations to know: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DALL-E does NOT handle text in images well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It does not create professionally usable logos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Each edit generates a NEW image (it does not modify the existing one)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Images are the user's property (for commercial use)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4: Creating a custom 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Your first personalized assistant —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Exercise: a GPT for your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Choose ONE of these GPTs to create: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A. EMAIL ASSISTANT — Writes replies in your style and tone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B. REPORT ANALYST — Summarizes documents in your preferred format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C. PRESENTATION COACH — Helps you structure presentations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D. COMPANY FAQ — Answers your team's frequently asked questions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E. OTHER — A GPT specific to your needs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 technical skills required: ChatGPT guides you step by step!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Step-by-step: configuring the 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Go to chatgpt.com/gpts/editor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'Create' tab: describe what you want in natural language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'I want an assistant that helps me write business emails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 the IT sector. It should use a professional but friendly tone,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always in English, and structure the emails with: greeting,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context, proposal, call-to-action, closing.'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ChatGPT will ask you follow-up questions. Answer them!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'Configure' tab: review and customize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Add knowledge files (price list, FAQ, templates)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Enable/disable web, DALL-E, Code Interpreter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'Preview' tab: test with real questions. Iterate until satisfied.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Test and share your 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Tests to do before considering it ready: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Ask 3-5 typical questions for the use case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Try an edge case (off-topic question: it should handle it well)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Verify that the tone and format are consistent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Upload a test file if the GPT needs to analyze documents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Sharing: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'Only for me': personal use (default)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'Anyone with the link': share with colleagues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'Public': visible in the GPT Store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 good custom GPT can save you hours every week!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Tips &amp; Tricks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10 tricks to use ChatGPT like a professional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10 tricks that few people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CUSTOM INSTRUCTIONS: set once, applied every time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KEYBOARD SHORTCUTS: Ctrl+Shift+; to copy the last response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MENTION GPT: tag a GPT with @ inside any chat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'Be concise': add it to the prompt for shorter answers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EDIT PROMPT: edit an already sent message with the pencil icon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BRANCH: click '&lt;' '&gt;' to explore alternative responses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7. SHARE CHAT: share icon to create a public link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8. VOICE: use voice mode for hands-free brainstorming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9. CHAIN OF CHATS: 'based on the previous chat...' (doesn't work!)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Each chat is isolated. Copy the necessary context.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10. PINNED CHATS: pin important conversations to the 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Limitations and workarounds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LIMITATION: responses are too long and verbose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'Answer in max 5 bullet points of 1 line each'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LIMITATION: loses context in long conversations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open a new chat with a summary of the context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LIMITATION: refuses legitimate requests due to excessive caution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rephrase by specifying the professional context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LIMITATION: cannot access specific URLs reliably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copy-paste the content directly into the chat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LIMITATION: DALL-E does not render text in images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Workaround: add text afterwards with Canva, PowerPoint,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ChatGPT is the most versatile AI tool: chat, files, web, images, code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 Free plan is enough to get started, Plus unlocks its full potential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File upload + specific prompt = professional analysis in minutes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Code Interpreter turns anyone into a data analyst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Custom GPTs are the best way to automate repetitive tasks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Memory and custom instructions make the experience tailored to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NEXT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Module 4: Claude</a:t>
            </a:r>
            <a:br/>
            <a:r>
              <a:t>The rival you need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